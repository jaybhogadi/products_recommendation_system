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21"/>
  </p:notesMasterIdLst>
  <p:sldIdLst>
    <p:sldId id="256" r:id="rId2"/>
    <p:sldId id="257" r:id="rId3"/>
    <p:sldId id="259" r:id="rId4"/>
    <p:sldId id="307" r:id="rId5"/>
    <p:sldId id="263" r:id="rId6"/>
    <p:sldId id="265" r:id="rId7"/>
    <p:sldId id="317" r:id="rId8"/>
    <p:sldId id="316" r:id="rId9"/>
    <p:sldId id="271" r:id="rId10"/>
    <p:sldId id="309" r:id="rId11"/>
    <p:sldId id="314" r:id="rId12"/>
    <p:sldId id="315" r:id="rId13"/>
    <p:sldId id="312" r:id="rId14"/>
    <p:sldId id="274" r:id="rId15"/>
    <p:sldId id="318" r:id="rId16"/>
    <p:sldId id="319" r:id="rId17"/>
    <p:sldId id="320" r:id="rId18"/>
    <p:sldId id="282" r:id="rId19"/>
    <p:sldId id="310" r:id="rId20"/>
  </p:sldIdLst>
  <p:sldSz cx="9144000" cy="5143500" type="screen16x9"/>
  <p:notesSz cx="6858000" cy="9144000"/>
  <p:embeddedFontLst>
    <p:embeddedFont>
      <p:font typeface="Josefin Sans" panose="020B060402020202020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24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DEFCD0-5143-45CA-8C49-9904BAF62513}">
  <a:tblStyle styleId="{59DEFCD0-5143-45CA-8C49-9904BAF6251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6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E1C4EB6-5A48-467D-A816-E222BDDC6CD8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DCDC05FE-FE20-4106-B901-AF885DB887DA}">
      <dgm:prSet phldrT="[Text]"/>
      <dgm:spPr/>
      <dgm:t>
        <a:bodyPr/>
        <a:lstStyle/>
        <a:p>
          <a:r>
            <a:rPr lang="en-IN" b="1" i="0" dirty="0" smtClean="0"/>
            <a:t>Hybrid</a:t>
          </a:r>
          <a:endParaRPr lang="en-IN" dirty="0"/>
        </a:p>
      </dgm:t>
    </dgm:pt>
    <dgm:pt modelId="{2E4CC204-1FE3-461F-8BD1-1D116CA70A7E}" type="parTrans" cxnId="{CD2ADDE3-F984-4701-A49A-D3F267BBE892}">
      <dgm:prSet/>
      <dgm:spPr/>
      <dgm:t>
        <a:bodyPr/>
        <a:lstStyle/>
        <a:p>
          <a:endParaRPr lang="en-IN"/>
        </a:p>
      </dgm:t>
    </dgm:pt>
    <dgm:pt modelId="{23792EAC-5C90-416E-B171-A7738669C173}" type="sibTrans" cxnId="{CD2ADDE3-F984-4701-A49A-D3F267BBE892}">
      <dgm:prSet/>
      <dgm:spPr/>
      <dgm:t>
        <a:bodyPr/>
        <a:lstStyle/>
        <a:p>
          <a:endParaRPr lang="en-IN"/>
        </a:p>
      </dgm:t>
    </dgm:pt>
    <dgm:pt modelId="{7F346A84-F143-448B-A334-ED837C998F4B}">
      <dgm:prSet/>
      <dgm:spPr/>
      <dgm:t>
        <a:bodyPr/>
        <a:lstStyle/>
        <a:p>
          <a:r>
            <a:rPr lang="en-IN" b="1" i="0" dirty="0" smtClean="0"/>
            <a:t>Content-based filtering </a:t>
          </a:r>
          <a:endParaRPr lang="en-IN" b="1" i="0" dirty="0"/>
        </a:p>
      </dgm:t>
    </dgm:pt>
    <dgm:pt modelId="{DAB2FC3C-0831-4532-9176-DA61C92E9314}" type="parTrans" cxnId="{AC413451-5B3C-4EE9-9189-81CA89D0DDC2}">
      <dgm:prSet/>
      <dgm:spPr/>
      <dgm:t>
        <a:bodyPr/>
        <a:lstStyle/>
        <a:p>
          <a:endParaRPr lang="en-IN"/>
        </a:p>
      </dgm:t>
    </dgm:pt>
    <dgm:pt modelId="{DE2751E3-3AC9-4E65-969D-27C8A24E5C69}" type="sibTrans" cxnId="{AC413451-5B3C-4EE9-9189-81CA89D0DDC2}">
      <dgm:prSet/>
      <dgm:spPr/>
      <dgm:t>
        <a:bodyPr/>
        <a:lstStyle/>
        <a:p>
          <a:endParaRPr lang="en-IN"/>
        </a:p>
      </dgm:t>
    </dgm:pt>
    <dgm:pt modelId="{42F249ED-FA59-48A6-968E-34AF70336F7A}">
      <dgm:prSet/>
      <dgm:spPr/>
      <dgm:t>
        <a:bodyPr/>
        <a:lstStyle/>
        <a:p>
          <a:r>
            <a:rPr lang="en-IN" b="1" i="0" smtClean="0"/>
            <a:t>Popularity based </a:t>
          </a:r>
          <a:endParaRPr lang="en-IN" b="1" i="0"/>
        </a:p>
      </dgm:t>
    </dgm:pt>
    <dgm:pt modelId="{5AE08491-E0FE-49E7-B4F0-D8AB4622F43E}" type="parTrans" cxnId="{5AD00329-E50C-4ECB-989D-003726537804}">
      <dgm:prSet/>
      <dgm:spPr/>
      <dgm:t>
        <a:bodyPr/>
        <a:lstStyle/>
        <a:p>
          <a:endParaRPr lang="en-IN"/>
        </a:p>
      </dgm:t>
    </dgm:pt>
    <dgm:pt modelId="{5AA0FF20-8D83-4C74-853C-A483AD8162BE}" type="sibTrans" cxnId="{5AD00329-E50C-4ECB-989D-003726537804}">
      <dgm:prSet/>
      <dgm:spPr/>
      <dgm:t>
        <a:bodyPr/>
        <a:lstStyle/>
        <a:p>
          <a:endParaRPr lang="en-IN"/>
        </a:p>
      </dgm:t>
    </dgm:pt>
    <dgm:pt modelId="{2440EFDC-6F9A-4727-BC56-3B369D68F3B3}">
      <dgm:prSet/>
      <dgm:spPr/>
      <dgm:t>
        <a:bodyPr/>
        <a:lstStyle/>
        <a:p>
          <a:r>
            <a:rPr lang="en-IN" b="1" i="0" dirty="0" smtClean="0"/>
            <a:t>Collaborative filtering</a:t>
          </a:r>
          <a:endParaRPr lang="en-IN" b="1" i="0" dirty="0"/>
        </a:p>
      </dgm:t>
    </dgm:pt>
    <dgm:pt modelId="{8B6133D6-59BE-46D8-BADD-7ADEE4A69FDC}" type="parTrans" cxnId="{FB665404-6F90-459B-AF07-018908704684}">
      <dgm:prSet/>
      <dgm:spPr/>
      <dgm:t>
        <a:bodyPr/>
        <a:lstStyle/>
        <a:p>
          <a:endParaRPr lang="en-IN"/>
        </a:p>
      </dgm:t>
    </dgm:pt>
    <dgm:pt modelId="{808E09BC-C43C-4A58-8931-495E684EDD87}" type="sibTrans" cxnId="{FB665404-6F90-459B-AF07-018908704684}">
      <dgm:prSet/>
      <dgm:spPr/>
      <dgm:t>
        <a:bodyPr/>
        <a:lstStyle/>
        <a:p>
          <a:endParaRPr lang="en-IN"/>
        </a:p>
      </dgm:t>
    </dgm:pt>
    <dgm:pt modelId="{B14E54A0-D026-42CD-9F56-517AF06D55CD}">
      <dgm:prSet phldrT="[Text]"/>
      <dgm:spPr/>
      <dgm:t>
        <a:bodyPr/>
        <a:lstStyle/>
        <a:p>
          <a:pPr rtl="0"/>
          <a:r>
            <a:rPr lang="en-US" b="0" dirty="0" smtClean="0">
              <a:solidFill>
                <a:schemeClr val="accent4"/>
              </a:solidFill>
            </a:rPr>
            <a:t>RECOMMENDATION SYSTEMS</a:t>
          </a:r>
          <a:endParaRPr lang="en-IN" dirty="0"/>
        </a:p>
      </dgm:t>
    </dgm:pt>
    <dgm:pt modelId="{1D650D9B-112F-4ACD-B4AD-E323EB6D25AB}" type="sibTrans" cxnId="{1F3E9380-07EB-4193-98EE-1F1778F0E5EB}">
      <dgm:prSet/>
      <dgm:spPr/>
      <dgm:t>
        <a:bodyPr/>
        <a:lstStyle/>
        <a:p>
          <a:endParaRPr lang="en-IN"/>
        </a:p>
      </dgm:t>
    </dgm:pt>
    <dgm:pt modelId="{55A70B98-BFA9-4369-B769-1DEA1A588FA5}" type="parTrans" cxnId="{1F3E9380-07EB-4193-98EE-1F1778F0E5EB}">
      <dgm:prSet/>
      <dgm:spPr/>
      <dgm:t>
        <a:bodyPr/>
        <a:lstStyle/>
        <a:p>
          <a:endParaRPr lang="en-IN"/>
        </a:p>
      </dgm:t>
    </dgm:pt>
    <dgm:pt modelId="{FE3E8BCB-73B5-4B2C-94C7-6770B73271AD}" type="pres">
      <dgm:prSet presAssocID="{AE1C4EB6-5A48-467D-A816-E222BDDC6CD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IN"/>
        </a:p>
      </dgm:t>
    </dgm:pt>
    <dgm:pt modelId="{E1EC1676-36AD-4AF6-A0F3-4542B0D2E43C}" type="pres">
      <dgm:prSet presAssocID="{B14E54A0-D026-42CD-9F56-517AF06D55CD}" presName="hierRoot1" presStyleCnt="0">
        <dgm:presLayoutVars>
          <dgm:hierBranch val="init"/>
        </dgm:presLayoutVars>
      </dgm:prSet>
      <dgm:spPr/>
    </dgm:pt>
    <dgm:pt modelId="{B971BC70-9A3D-4D59-998F-97109D82610E}" type="pres">
      <dgm:prSet presAssocID="{B14E54A0-D026-42CD-9F56-517AF06D55CD}" presName="rootComposite1" presStyleCnt="0"/>
      <dgm:spPr/>
    </dgm:pt>
    <dgm:pt modelId="{D690CF9D-BF8F-4BD5-A45D-408544D68D15}" type="pres">
      <dgm:prSet presAssocID="{B14E54A0-D026-42CD-9F56-517AF06D55CD}" presName="rootText1" presStyleLbl="node0" presStyleIdx="0" presStyleCnt="1" custAng="10800000" custFlipVert="1" custScaleX="228018" custScaleY="66190" custLinFactNeighborX="603" custLinFactNeighborY="-46666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1E14D162-7DE3-41A2-ABF8-1A566654E146}" type="pres">
      <dgm:prSet presAssocID="{B14E54A0-D026-42CD-9F56-517AF06D55CD}" presName="rootConnector1" presStyleLbl="node1" presStyleIdx="0" presStyleCnt="0"/>
      <dgm:spPr/>
      <dgm:t>
        <a:bodyPr/>
        <a:lstStyle/>
        <a:p>
          <a:endParaRPr lang="en-IN"/>
        </a:p>
      </dgm:t>
    </dgm:pt>
    <dgm:pt modelId="{3C5C1559-CB40-47B4-9584-B75C87A57B76}" type="pres">
      <dgm:prSet presAssocID="{B14E54A0-D026-42CD-9F56-517AF06D55CD}" presName="hierChild2" presStyleCnt="0"/>
      <dgm:spPr/>
    </dgm:pt>
    <dgm:pt modelId="{A3F2CD02-240A-4E16-BECE-6DDB28D92AC5}" type="pres">
      <dgm:prSet presAssocID="{5AE08491-E0FE-49E7-B4F0-D8AB4622F43E}" presName="Name37" presStyleLbl="parChTrans1D2" presStyleIdx="0" presStyleCnt="4"/>
      <dgm:spPr/>
      <dgm:t>
        <a:bodyPr/>
        <a:lstStyle/>
        <a:p>
          <a:endParaRPr lang="en-IN"/>
        </a:p>
      </dgm:t>
    </dgm:pt>
    <dgm:pt modelId="{A693EE63-F18D-4F78-80C3-1384F3F3BF19}" type="pres">
      <dgm:prSet presAssocID="{42F249ED-FA59-48A6-968E-34AF70336F7A}" presName="hierRoot2" presStyleCnt="0">
        <dgm:presLayoutVars>
          <dgm:hierBranch val="init"/>
        </dgm:presLayoutVars>
      </dgm:prSet>
      <dgm:spPr/>
    </dgm:pt>
    <dgm:pt modelId="{2DE63701-D867-4819-BCA1-582D94F9964B}" type="pres">
      <dgm:prSet presAssocID="{42F249ED-FA59-48A6-968E-34AF70336F7A}" presName="rootComposite" presStyleCnt="0"/>
      <dgm:spPr/>
    </dgm:pt>
    <dgm:pt modelId="{D19C3355-EDEF-42AD-BA0B-AE99BF651519}" type="pres">
      <dgm:prSet presAssocID="{42F249ED-FA59-48A6-968E-34AF70336F7A}" presName="rootText" presStyleLbl="node2" presStyleIdx="0" presStyleCnt="4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9EAAE267-55ED-4FB0-8E49-9231239FCC4C}" type="pres">
      <dgm:prSet presAssocID="{42F249ED-FA59-48A6-968E-34AF70336F7A}" presName="rootConnector" presStyleLbl="node2" presStyleIdx="0" presStyleCnt="4"/>
      <dgm:spPr/>
      <dgm:t>
        <a:bodyPr/>
        <a:lstStyle/>
        <a:p>
          <a:endParaRPr lang="en-IN"/>
        </a:p>
      </dgm:t>
    </dgm:pt>
    <dgm:pt modelId="{7120462A-F0FA-4083-BE1B-C956419BD0AA}" type="pres">
      <dgm:prSet presAssocID="{42F249ED-FA59-48A6-968E-34AF70336F7A}" presName="hierChild4" presStyleCnt="0"/>
      <dgm:spPr/>
    </dgm:pt>
    <dgm:pt modelId="{B6E8336F-36E1-407F-8167-A22BCD81A14E}" type="pres">
      <dgm:prSet presAssocID="{42F249ED-FA59-48A6-968E-34AF70336F7A}" presName="hierChild5" presStyleCnt="0"/>
      <dgm:spPr/>
    </dgm:pt>
    <dgm:pt modelId="{47EE2D6E-9D5F-4A92-911B-111E0784FF00}" type="pres">
      <dgm:prSet presAssocID="{DAB2FC3C-0831-4532-9176-DA61C92E9314}" presName="Name37" presStyleLbl="parChTrans1D2" presStyleIdx="1" presStyleCnt="4"/>
      <dgm:spPr/>
      <dgm:t>
        <a:bodyPr/>
        <a:lstStyle/>
        <a:p>
          <a:endParaRPr lang="en-IN"/>
        </a:p>
      </dgm:t>
    </dgm:pt>
    <dgm:pt modelId="{C90F336E-FA02-48C1-B0A2-D36FC48C60C0}" type="pres">
      <dgm:prSet presAssocID="{7F346A84-F143-448B-A334-ED837C998F4B}" presName="hierRoot2" presStyleCnt="0">
        <dgm:presLayoutVars>
          <dgm:hierBranch val="init"/>
        </dgm:presLayoutVars>
      </dgm:prSet>
      <dgm:spPr/>
    </dgm:pt>
    <dgm:pt modelId="{FA7F3B0B-6098-49D6-8323-8C703597EB39}" type="pres">
      <dgm:prSet presAssocID="{7F346A84-F143-448B-A334-ED837C998F4B}" presName="rootComposite" presStyleCnt="0"/>
      <dgm:spPr/>
    </dgm:pt>
    <dgm:pt modelId="{B1068BB9-5735-47E1-A9E4-5858B3F969BD}" type="pres">
      <dgm:prSet presAssocID="{7F346A84-F143-448B-A334-ED837C998F4B}" presName="rootText" presStyleLbl="node2" presStyleIdx="1" presStyleCnt="4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3013B5A5-D8D9-43DB-87CD-B8BBB286290B}" type="pres">
      <dgm:prSet presAssocID="{7F346A84-F143-448B-A334-ED837C998F4B}" presName="rootConnector" presStyleLbl="node2" presStyleIdx="1" presStyleCnt="4"/>
      <dgm:spPr/>
      <dgm:t>
        <a:bodyPr/>
        <a:lstStyle/>
        <a:p>
          <a:endParaRPr lang="en-IN"/>
        </a:p>
      </dgm:t>
    </dgm:pt>
    <dgm:pt modelId="{9A8D064D-ED57-44F6-BD5A-A51D620263B4}" type="pres">
      <dgm:prSet presAssocID="{7F346A84-F143-448B-A334-ED837C998F4B}" presName="hierChild4" presStyleCnt="0"/>
      <dgm:spPr/>
    </dgm:pt>
    <dgm:pt modelId="{D5C3E8FE-FC7D-4FEC-AE50-F0378E0FE8FC}" type="pres">
      <dgm:prSet presAssocID="{7F346A84-F143-448B-A334-ED837C998F4B}" presName="hierChild5" presStyleCnt="0"/>
      <dgm:spPr/>
    </dgm:pt>
    <dgm:pt modelId="{B6CA4712-6C8A-495F-BE68-9EFE07971713}" type="pres">
      <dgm:prSet presAssocID="{8B6133D6-59BE-46D8-BADD-7ADEE4A69FDC}" presName="Name37" presStyleLbl="parChTrans1D2" presStyleIdx="2" presStyleCnt="4"/>
      <dgm:spPr/>
      <dgm:t>
        <a:bodyPr/>
        <a:lstStyle/>
        <a:p>
          <a:endParaRPr lang="en-IN"/>
        </a:p>
      </dgm:t>
    </dgm:pt>
    <dgm:pt modelId="{57DE369F-DE12-49A8-9067-73FAE32BAA05}" type="pres">
      <dgm:prSet presAssocID="{2440EFDC-6F9A-4727-BC56-3B369D68F3B3}" presName="hierRoot2" presStyleCnt="0">
        <dgm:presLayoutVars>
          <dgm:hierBranch val="init"/>
        </dgm:presLayoutVars>
      </dgm:prSet>
      <dgm:spPr/>
    </dgm:pt>
    <dgm:pt modelId="{7B3557FA-18D5-4DE9-BCD9-EDD287793715}" type="pres">
      <dgm:prSet presAssocID="{2440EFDC-6F9A-4727-BC56-3B369D68F3B3}" presName="rootComposite" presStyleCnt="0"/>
      <dgm:spPr/>
    </dgm:pt>
    <dgm:pt modelId="{3D65DFB1-40E8-40B0-8134-CFE157FFE5BF}" type="pres">
      <dgm:prSet presAssocID="{2440EFDC-6F9A-4727-BC56-3B369D68F3B3}" presName="rootText" presStyleLbl="node2" presStyleIdx="2" presStyleCnt="4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14535981-CAF8-4097-9324-73E83B15A087}" type="pres">
      <dgm:prSet presAssocID="{2440EFDC-6F9A-4727-BC56-3B369D68F3B3}" presName="rootConnector" presStyleLbl="node2" presStyleIdx="2" presStyleCnt="4"/>
      <dgm:spPr/>
      <dgm:t>
        <a:bodyPr/>
        <a:lstStyle/>
        <a:p>
          <a:endParaRPr lang="en-IN"/>
        </a:p>
      </dgm:t>
    </dgm:pt>
    <dgm:pt modelId="{54533C15-E177-48F3-B247-B53CA6B462E0}" type="pres">
      <dgm:prSet presAssocID="{2440EFDC-6F9A-4727-BC56-3B369D68F3B3}" presName="hierChild4" presStyleCnt="0"/>
      <dgm:spPr/>
    </dgm:pt>
    <dgm:pt modelId="{AB5C71D5-9597-4CF6-8C09-DBF563140284}" type="pres">
      <dgm:prSet presAssocID="{2440EFDC-6F9A-4727-BC56-3B369D68F3B3}" presName="hierChild5" presStyleCnt="0"/>
      <dgm:spPr/>
    </dgm:pt>
    <dgm:pt modelId="{D4E50EE5-DBCB-4A44-8D4D-F165736D70F2}" type="pres">
      <dgm:prSet presAssocID="{2E4CC204-1FE3-461F-8BD1-1D116CA70A7E}" presName="Name37" presStyleLbl="parChTrans1D2" presStyleIdx="3" presStyleCnt="4"/>
      <dgm:spPr/>
      <dgm:t>
        <a:bodyPr/>
        <a:lstStyle/>
        <a:p>
          <a:endParaRPr lang="en-IN"/>
        </a:p>
      </dgm:t>
    </dgm:pt>
    <dgm:pt modelId="{39F6E0F2-C273-4080-98D5-5BD9B18AF005}" type="pres">
      <dgm:prSet presAssocID="{DCDC05FE-FE20-4106-B901-AF885DB887DA}" presName="hierRoot2" presStyleCnt="0">
        <dgm:presLayoutVars>
          <dgm:hierBranch val="init"/>
        </dgm:presLayoutVars>
      </dgm:prSet>
      <dgm:spPr/>
    </dgm:pt>
    <dgm:pt modelId="{30A9CC5E-E37F-4722-BA57-49FC362741A5}" type="pres">
      <dgm:prSet presAssocID="{DCDC05FE-FE20-4106-B901-AF885DB887DA}" presName="rootComposite" presStyleCnt="0"/>
      <dgm:spPr/>
    </dgm:pt>
    <dgm:pt modelId="{6FAEB42C-FB8B-4896-8D4C-164A7DEA9541}" type="pres">
      <dgm:prSet presAssocID="{DCDC05FE-FE20-4106-B901-AF885DB887DA}" presName="rootText" presStyleLbl="node2" presStyleIdx="3" presStyleCnt="4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76E93915-8211-40CB-86A5-CF6029BF6857}" type="pres">
      <dgm:prSet presAssocID="{DCDC05FE-FE20-4106-B901-AF885DB887DA}" presName="rootConnector" presStyleLbl="node2" presStyleIdx="3" presStyleCnt="4"/>
      <dgm:spPr/>
      <dgm:t>
        <a:bodyPr/>
        <a:lstStyle/>
        <a:p>
          <a:endParaRPr lang="en-IN"/>
        </a:p>
      </dgm:t>
    </dgm:pt>
    <dgm:pt modelId="{E4A6E5FD-1157-4BC6-8ED6-5B0AA7186555}" type="pres">
      <dgm:prSet presAssocID="{DCDC05FE-FE20-4106-B901-AF885DB887DA}" presName="hierChild4" presStyleCnt="0"/>
      <dgm:spPr/>
    </dgm:pt>
    <dgm:pt modelId="{F7BDCF74-F3CB-47FB-B70D-8A31B85104E5}" type="pres">
      <dgm:prSet presAssocID="{DCDC05FE-FE20-4106-B901-AF885DB887DA}" presName="hierChild5" presStyleCnt="0"/>
      <dgm:spPr/>
    </dgm:pt>
    <dgm:pt modelId="{05A381CA-6AD8-4676-B87D-FD5623FB2539}" type="pres">
      <dgm:prSet presAssocID="{B14E54A0-D026-42CD-9F56-517AF06D55CD}" presName="hierChild3" presStyleCnt="0"/>
      <dgm:spPr/>
    </dgm:pt>
  </dgm:ptLst>
  <dgm:cxnLst>
    <dgm:cxn modelId="{DE2795CB-41D2-4526-B507-97141E2B005E}" type="presOf" srcId="{B14E54A0-D026-42CD-9F56-517AF06D55CD}" destId="{D690CF9D-BF8F-4BD5-A45D-408544D68D15}" srcOrd="0" destOrd="0" presId="urn:microsoft.com/office/officeart/2005/8/layout/orgChart1"/>
    <dgm:cxn modelId="{E056329E-6364-40CB-AFA3-1F1CE3B4F3F2}" type="presOf" srcId="{42F249ED-FA59-48A6-968E-34AF70336F7A}" destId="{9EAAE267-55ED-4FB0-8E49-9231239FCC4C}" srcOrd="1" destOrd="0" presId="urn:microsoft.com/office/officeart/2005/8/layout/orgChart1"/>
    <dgm:cxn modelId="{7693EBE6-C5D5-4F5C-A3F4-39539F2138E9}" type="presOf" srcId="{42F249ED-FA59-48A6-968E-34AF70336F7A}" destId="{D19C3355-EDEF-42AD-BA0B-AE99BF651519}" srcOrd="0" destOrd="0" presId="urn:microsoft.com/office/officeart/2005/8/layout/orgChart1"/>
    <dgm:cxn modelId="{897A40F0-BF40-4F2D-9530-81A0854C9C04}" type="presOf" srcId="{2440EFDC-6F9A-4727-BC56-3B369D68F3B3}" destId="{14535981-CAF8-4097-9324-73E83B15A087}" srcOrd="1" destOrd="0" presId="urn:microsoft.com/office/officeart/2005/8/layout/orgChart1"/>
    <dgm:cxn modelId="{0E1406EC-A039-4438-ADCA-0A95E3B68D67}" type="presOf" srcId="{5AE08491-E0FE-49E7-B4F0-D8AB4622F43E}" destId="{A3F2CD02-240A-4E16-BECE-6DDB28D92AC5}" srcOrd="0" destOrd="0" presId="urn:microsoft.com/office/officeart/2005/8/layout/orgChart1"/>
    <dgm:cxn modelId="{FB665404-6F90-459B-AF07-018908704684}" srcId="{B14E54A0-D026-42CD-9F56-517AF06D55CD}" destId="{2440EFDC-6F9A-4727-BC56-3B369D68F3B3}" srcOrd="2" destOrd="0" parTransId="{8B6133D6-59BE-46D8-BADD-7ADEE4A69FDC}" sibTransId="{808E09BC-C43C-4A58-8931-495E684EDD87}"/>
    <dgm:cxn modelId="{1D89D846-AAC3-450B-8218-4F9E8371F7C5}" type="presOf" srcId="{AE1C4EB6-5A48-467D-A816-E222BDDC6CD8}" destId="{FE3E8BCB-73B5-4B2C-94C7-6770B73271AD}" srcOrd="0" destOrd="0" presId="urn:microsoft.com/office/officeart/2005/8/layout/orgChart1"/>
    <dgm:cxn modelId="{CD2ADDE3-F984-4701-A49A-D3F267BBE892}" srcId="{B14E54A0-D026-42CD-9F56-517AF06D55CD}" destId="{DCDC05FE-FE20-4106-B901-AF885DB887DA}" srcOrd="3" destOrd="0" parTransId="{2E4CC204-1FE3-461F-8BD1-1D116CA70A7E}" sibTransId="{23792EAC-5C90-416E-B171-A7738669C173}"/>
    <dgm:cxn modelId="{81157A98-310C-4514-8669-C342EBD87597}" type="presOf" srcId="{7F346A84-F143-448B-A334-ED837C998F4B}" destId="{3013B5A5-D8D9-43DB-87CD-B8BBB286290B}" srcOrd="1" destOrd="0" presId="urn:microsoft.com/office/officeart/2005/8/layout/orgChart1"/>
    <dgm:cxn modelId="{BF747F25-BACB-4DEA-B0C7-9AB8A81D6B5F}" type="presOf" srcId="{7F346A84-F143-448B-A334-ED837C998F4B}" destId="{B1068BB9-5735-47E1-A9E4-5858B3F969BD}" srcOrd="0" destOrd="0" presId="urn:microsoft.com/office/officeart/2005/8/layout/orgChart1"/>
    <dgm:cxn modelId="{82A875E5-95D1-4BD8-8E74-1A29CFCB21D0}" type="presOf" srcId="{B14E54A0-D026-42CD-9F56-517AF06D55CD}" destId="{1E14D162-7DE3-41A2-ABF8-1A566654E146}" srcOrd="1" destOrd="0" presId="urn:microsoft.com/office/officeart/2005/8/layout/orgChart1"/>
    <dgm:cxn modelId="{5F32DA74-FB4A-430A-A5FA-5909380D3971}" type="presOf" srcId="{DCDC05FE-FE20-4106-B901-AF885DB887DA}" destId="{6FAEB42C-FB8B-4896-8D4C-164A7DEA9541}" srcOrd="0" destOrd="0" presId="urn:microsoft.com/office/officeart/2005/8/layout/orgChart1"/>
    <dgm:cxn modelId="{956C91B1-FB96-4356-A968-0B4C6D6B4A8C}" type="presOf" srcId="{2E4CC204-1FE3-461F-8BD1-1D116CA70A7E}" destId="{D4E50EE5-DBCB-4A44-8D4D-F165736D70F2}" srcOrd="0" destOrd="0" presId="urn:microsoft.com/office/officeart/2005/8/layout/orgChart1"/>
    <dgm:cxn modelId="{5AD00329-E50C-4ECB-989D-003726537804}" srcId="{B14E54A0-D026-42CD-9F56-517AF06D55CD}" destId="{42F249ED-FA59-48A6-968E-34AF70336F7A}" srcOrd="0" destOrd="0" parTransId="{5AE08491-E0FE-49E7-B4F0-D8AB4622F43E}" sibTransId="{5AA0FF20-8D83-4C74-853C-A483AD8162BE}"/>
    <dgm:cxn modelId="{4AF1E4D4-B44C-4B0A-B4F1-CD0C2A679607}" type="presOf" srcId="{DAB2FC3C-0831-4532-9176-DA61C92E9314}" destId="{47EE2D6E-9D5F-4A92-911B-111E0784FF00}" srcOrd="0" destOrd="0" presId="urn:microsoft.com/office/officeart/2005/8/layout/orgChart1"/>
    <dgm:cxn modelId="{8D294359-2C90-404A-8EB3-FED0641DFD81}" type="presOf" srcId="{2440EFDC-6F9A-4727-BC56-3B369D68F3B3}" destId="{3D65DFB1-40E8-40B0-8134-CFE157FFE5BF}" srcOrd="0" destOrd="0" presId="urn:microsoft.com/office/officeart/2005/8/layout/orgChart1"/>
    <dgm:cxn modelId="{1F3E9380-07EB-4193-98EE-1F1778F0E5EB}" srcId="{AE1C4EB6-5A48-467D-A816-E222BDDC6CD8}" destId="{B14E54A0-D026-42CD-9F56-517AF06D55CD}" srcOrd="0" destOrd="0" parTransId="{55A70B98-BFA9-4369-B769-1DEA1A588FA5}" sibTransId="{1D650D9B-112F-4ACD-B4AD-E323EB6D25AB}"/>
    <dgm:cxn modelId="{B536B1B3-2FFB-49BE-8207-F208876064BB}" type="presOf" srcId="{DCDC05FE-FE20-4106-B901-AF885DB887DA}" destId="{76E93915-8211-40CB-86A5-CF6029BF6857}" srcOrd="1" destOrd="0" presId="urn:microsoft.com/office/officeart/2005/8/layout/orgChart1"/>
    <dgm:cxn modelId="{AC413451-5B3C-4EE9-9189-81CA89D0DDC2}" srcId="{B14E54A0-D026-42CD-9F56-517AF06D55CD}" destId="{7F346A84-F143-448B-A334-ED837C998F4B}" srcOrd="1" destOrd="0" parTransId="{DAB2FC3C-0831-4532-9176-DA61C92E9314}" sibTransId="{DE2751E3-3AC9-4E65-969D-27C8A24E5C69}"/>
    <dgm:cxn modelId="{2A82E400-BAB3-42EB-A963-194121DF0FAA}" type="presOf" srcId="{8B6133D6-59BE-46D8-BADD-7ADEE4A69FDC}" destId="{B6CA4712-6C8A-495F-BE68-9EFE07971713}" srcOrd="0" destOrd="0" presId="urn:microsoft.com/office/officeart/2005/8/layout/orgChart1"/>
    <dgm:cxn modelId="{3F880C02-1624-42D2-8727-A33284CA526E}" type="presParOf" srcId="{FE3E8BCB-73B5-4B2C-94C7-6770B73271AD}" destId="{E1EC1676-36AD-4AF6-A0F3-4542B0D2E43C}" srcOrd="0" destOrd="0" presId="urn:microsoft.com/office/officeart/2005/8/layout/orgChart1"/>
    <dgm:cxn modelId="{BA139133-91C5-415D-A337-772EF4D0AEA0}" type="presParOf" srcId="{E1EC1676-36AD-4AF6-A0F3-4542B0D2E43C}" destId="{B971BC70-9A3D-4D59-998F-97109D82610E}" srcOrd="0" destOrd="0" presId="urn:microsoft.com/office/officeart/2005/8/layout/orgChart1"/>
    <dgm:cxn modelId="{17CF327C-B566-4E77-B3C6-DF75D9D9FFE1}" type="presParOf" srcId="{B971BC70-9A3D-4D59-998F-97109D82610E}" destId="{D690CF9D-BF8F-4BD5-A45D-408544D68D15}" srcOrd="0" destOrd="0" presId="urn:microsoft.com/office/officeart/2005/8/layout/orgChart1"/>
    <dgm:cxn modelId="{1C5D4552-F37A-47FB-BF97-55A6350B850F}" type="presParOf" srcId="{B971BC70-9A3D-4D59-998F-97109D82610E}" destId="{1E14D162-7DE3-41A2-ABF8-1A566654E146}" srcOrd="1" destOrd="0" presId="urn:microsoft.com/office/officeart/2005/8/layout/orgChart1"/>
    <dgm:cxn modelId="{3222D966-4DB2-4AD3-A8F6-7BCECB6FCB43}" type="presParOf" srcId="{E1EC1676-36AD-4AF6-A0F3-4542B0D2E43C}" destId="{3C5C1559-CB40-47B4-9584-B75C87A57B76}" srcOrd="1" destOrd="0" presId="urn:microsoft.com/office/officeart/2005/8/layout/orgChart1"/>
    <dgm:cxn modelId="{C1EDE174-D032-4D1F-9506-E19D808B7F74}" type="presParOf" srcId="{3C5C1559-CB40-47B4-9584-B75C87A57B76}" destId="{A3F2CD02-240A-4E16-BECE-6DDB28D92AC5}" srcOrd="0" destOrd="0" presId="urn:microsoft.com/office/officeart/2005/8/layout/orgChart1"/>
    <dgm:cxn modelId="{A5A0C6B3-DA80-46C5-939C-2432437E2279}" type="presParOf" srcId="{3C5C1559-CB40-47B4-9584-B75C87A57B76}" destId="{A693EE63-F18D-4F78-80C3-1384F3F3BF19}" srcOrd="1" destOrd="0" presId="urn:microsoft.com/office/officeart/2005/8/layout/orgChart1"/>
    <dgm:cxn modelId="{92EAABEA-3D1A-4B81-8A6F-C1E6F8C5242F}" type="presParOf" srcId="{A693EE63-F18D-4F78-80C3-1384F3F3BF19}" destId="{2DE63701-D867-4819-BCA1-582D94F9964B}" srcOrd="0" destOrd="0" presId="urn:microsoft.com/office/officeart/2005/8/layout/orgChart1"/>
    <dgm:cxn modelId="{7CE441D3-3E3D-4217-9F64-AAAF7284D06F}" type="presParOf" srcId="{2DE63701-D867-4819-BCA1-582D94F9964B}" destId="{D19C3355-EDEF-42AD-BA0B-AE99BF651519}" srcOrd="0" destOrd="0" presId="urn:microsoft.com/office/officeart/2005/8/layout/orgChart1"/>
    <dgm:cxn modelId="{4F5735F8-F8DE-4B4B-8AF6-A76E69003DBC}" type="presParOf" srcId="{2DE63701-D867-4819-BCA1-582D94F9964B}" destId="{9EAAE267-55ED-4FB0-8E49-9231239FCC4C}" srcOrd="1" destOrd="0" presId="urn:microsoft.com/office/officeart/2005/8/layout/orgChart1"/>
    <dgm:cxn modelId="{B7F46B19-8212-4B07-9873-1E15FC39490B}" type="presParOf" srcId="{A693EE63-F18D-4F78-80C3-1384F3F3BF19}" destId="{7120462A-F0FA-4083-BE1B-C956419BD0AA}" srcOrd="1" destOrd="0" presId="urn:microsoft.com/office/officeart/2005/8/layout/orgChart1"/>
    <dgm:cxn modelId="{62D5F21D-707A-494E-986B-55B4A6015EF4}" type="presParOf" srcId="{A693EE63-F18D-4F78-80C3-1384F3F3BF19}" destId="{B6E8336F-36E1-407F-8167-A22BCD81A14E}" srcOrd="2" destOrd="0" presId="urn:microsoft.com/office/officeart/2005/8/layout/orgChart1"/>
    <dgm:cxn modelId="{FB4A8F26-E748-4E94-8941-6FE8CB750AAB}" type="presParOf" srcId="{3C5C1559-CB40-47B4-9584-B75C87A57B76}" destId="{47EE2D6E-9D5F-4A92-911B-111E0784FF00}" srcOrd="2" destOrd="0" presId="urn:microsoft.com/office/officeart/2005/8/layout/orgChart1"/>
    <dgm:cxn modelId="{FD46AF05-014A-4E49-8277-D9F331A9AE00}" type="presParOf" srcId="{3C5C1559-CB40-47B4-9584-B75C87A57B76}" destId="{C90F336E-FA02-48C1-B0A2-D36FC48C60C0}" srcOrd="3" destOrd="0" presId="urn:microsoft.com/office/officeart/2005/8/layout/orgChart1"/>
    <dgm:cxn modelId="{4EF26A22-7097-4C39-BC0B-C22E88F4CEDE}" type="presParOf" srcId="{C90F336E-FA02-48C1-B0A2-D36FC48C60C0}" destId="{FA7F3B0B-6098-49D6-8323-8C703597EB39}" srcOrd="0" destOrd="0" presId="urn:microsoft.com/office/officeart/2005/8/layout/orgChart1"/>
    <dgm:cxn modelId="{BE3FE556-D19B-4D33-BFAB-9FD1A13F29AF}" type="presParOf" srcId="{FA7F3B0B-6098-49D6-8323-8C703597EB39}" destId="{B1068BB9-5735-47E1-A9E4-5858B3F969BD}" srcOrd="0" destOrd="0" presId="urn:microsoft.com/office/officeart/2005/8/layout/orgChart1"/>
    <dgm:cxn modelId="{A774F499-79BE-4BD6-B568-F88D0D3D8E0F}" type="presParOf" srcId="{FA7F3B0B-6098-49D6-8323-8C703597EB39}" destId="{3013B5A5-D8D9-43DB-87CD-B8BBB286290B}" srcOrd="1" destOrd="0" presId="urn:microsoft.com/office/officeart/2005/8/layout/orgChart1"/>
    <dgm:cxn modelId="{652EC10F-DBAF-4311-9221-795A6724CD41}" type="presParOf" srcId="{C90F336E-FA02-48C1-B0A2-D36FC48C60C0}" destId="{9A8D064D-ED57-44F6-BD5A-A51D620263B4}" srcOrd="1" destOrd="0" presId="urn:microsoft.com/office/officeart/2005/8/layout/orgChart1"/>
    <dgm:cxn modelId="{199B2181-5D14-4A33-8D4A-D95B44C7E219}" type="presParOf" srcId="{C90F336E-FA02-48C1-B0A2-D36FC48C60C0}" destId="{D5C3E8FE-FC7D-4FEC-AE50-F0378E0FE8FC}" srcOrd="2" destOrd="0" presId="urn:microsoft.com/office/officeart/2005/8/layout/orgChart1"/>
    <dgm:cxn modelId="{045ECBA6-04DA-4398-B544-F0B91B02F491}" type="presParOf" srcId="{3C5C1559-CB40-47B4-9584-B75C87A57B76}" destId="{B6CA4712-6C8A-495F-BE68-9EFE07971713}" srcOrd="4" destOrd="0" presId="urn:microsoft.com/office/officeart/2005/8/layout/orgChart1"/>
    <dgm:cxn modelId="{220EBE62-A9C7-4D90-BD6C-BC0E77FF054D}" type="presParOf" srcId="{3C5C1559-CB40-47B4-9584-B75C87A57B76}" destId="{57DE369F-DE12-49A8-9067-73FAE32BAA05}" srcOrd="5" destOrd="0" presId="urn:microsoft.com/office/officeart/2005/8/layout/orgChart1"/>
    <dgm:cxn modelId="{78A6A083-DA30-4F24-98A0-BC1F3B46724D}" type="presParOf" srcId="{57DE369F-DE12-49A8-9067-73FAE32BAA05}" destId="{7B3557FA-18D5-4DE9-BCD9-EDD287793715}" srcOrd="0" destOrd="0" presId="urn:microsoft.com/office/officeart/2005/8/layout/orgChart1"/>
    <dgm:cxn modelId="{CEA2D5DF-6C17-4181-9D7D-997F0D936900}" type="presParOf" srcId="{7B3557FA-18D5-4DE9-BCD9-EDD287793715}" destId="{3D65DFB1-40E8-40B0-8134-CFE157FFE5BF}" srcOrd="0" destOrd="0" presId="urn:microsoft.com/office/officeart/2005/8/layout/orgChart1"/>
    <dgm:cxn modelId="{286A8146-2D53-46E9-98C3-13C3E5CD2340}" type="presParOf" srcId="{7B3557FA-18D5-4DE9-BCD9-EDD287793715}" destId="{14535981-CAF8-4097-9324-73E83B15A087}" srcOrd="1" destOrd="0" presId="urn:microsoft.com/office/officeart/2005/8/layout/orgChart1"/>
    <dgm:cxn modelId="{F00B728B-5B50-4E0D-943B-474C0705C2A7}" type="presParOf" srcId="{57DE369F-DE12-49A8-9067-73FAE32BAA05}" destId="{54533C15-E177-48F3-B247-B53CA6B462E0}" srcOrd="1" destOrd="0" presId="urn:microsoft.com/office/officeart/2005/8/layout/orgChart1"/>
    <dgm:cxn modelId="{A60A6677-383F-4C49-93AA-411CDB83AE0F}" type="presParOf" srcId="{57DE369F-DE12-49A8-9067-73FAE32BAA05}" destId="{AB5C71D5-9597-4CF6-8C09-DBF563140284}" srcOrd="2" destOrd="0" presId="urn:microsoft.com/office/officeart/2005/8/layout/orgChart1"/>
    <dgm:cxn modelId="{EA6974C4-4C4B-4694-A7F4-7255AF5CC836}" type="presParOf" srcId="{3C5C1559-CB40-47B4-9584-B75C87A57B76}" destId="{D4E50EE5-DBCB-4A44-8D4D-F165736D70F2}" srcOrd="6" destOrd="0" presId="urn:microsoft.com/office/officeart/2005/8/layout/orgChart1"/>
    <dgm:cxn modelId="{97189EAB-74BC-45B8-88D4-D9DF9DE9F1ED}" type="presParOf" srcId="{3C5C1559-CB40-47B4-9584-B75C87A57B76}" destId="{39F6E0F2-C273-4080-98D5-5BD9B18AF005}" srcOrd="7" destOrd="0" presId="urn:microsoft.com/office/officeart/2005/8/layout/orgChart1"/>
    <dgm:cxn modelId="{DE958E3F-02B1-4666-B7CA-DBB8D43FC210}" type="presParOf" srcId="{39F6E0F2-C273-4080-98D5-5BD9B18AF005}" destId="{30A9CC5E-E37F-4722-BA57-49FC362741A5}" srcOrd="0" destOrd="0" presId="urn:microsoft.com/office/officeart/2005/8/layout/orgChart1"/>
    <dgm:cxn modelId="{00B7F6C5-000D-41E2-BA3A-3C6BF56335E2}" type="presParOf" srcId="{30A9CC5E-E37F-4722-BA57-49FC362741A5}" destId="{6FAEB42C-FB8B-4896-8D4C-164A7DEA9541}" srcOrd="0" destOrd="0" presId="urn:microsoft.com/office/officeart/2005/8/layout/orgChart1"/>
    <dgm:cxn modelId="{8DE1138A-4154-41F2-B081-865790809D6C}" type="presParOf" srcId="{30A9CC5E-E37F-4722-BA57-49FC362741A5}" destId="{76E93915-8211-40CB-86A5-CF6029BF6857}" srcOrd="1" destOrd="0" presId="urn:microsoft.com/office/officeart/2005/8/layout/orgChart1"/>
    <dgm:cxn modelId="{8242DCD6-5906-473F-9DAF-E8871177A21F}" type="presParOf" srcId="{39F6E0F2-C273-4080-98D5-5BD9B18AF005}" destId="{E4A6E5FD-1157-4BC6-8ED6-5B0AA7186555}" srcOrd="1" destOrd="0" presId="urn:microsoft.com/office/officeart/2005/8/layout/orgChart1"/>
    <dgm:cxn modelId="{A7044C74-63C9-405E-9A68-9C0352E7A454}" type="presParOf" srcId="{39F6E0F2-C273-4080-98D5-5BD9B18AF005}" destId="{F7BDCF74-F3CB-47FB-B70D-8A31B85104E5}" srcOrd="2" destOrd="0" presId="urn:microsoft.com/office/officeart/2005/8/layout/orgChart1"/>
    <dgm:cxn modelId="{BD0D3E6C-F1C4-423A-AEB0-3693EC675145}" type="presParOf" srcId="{E1EC1676-36AD-4AF6-A0F3-4542B0D2E43C}" destId="{05A381CA-6AD8-4676-B87D-FD5623FB2539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E50EE5-DBCB-4A44-8D4D-F165736D70F2}">
      <dsp:nvSpPr>
        <dsp:cNvPr id="0" name=""/>
        <dsp:cNvSpPr/>
      </dsp:nvSpPr>
      <dsp:spPr>
        <a:xfrm>
          <a:off x="3609215" y="1052270"/>
          <a:ext cx="2810056" cy="68866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25562"/>
              </a:lnTo>
              <a:lnTo>
                <a:pt x="2810056" y="525562"/>
              </a:lnTo>
              <a:lnTo>
                <a:pt x="2810056" y="688669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CA4712-6C8A-495F-BE68-9EFE07971713}">
      <dsp:nvSpPr>
        <dsp:cNvPr id="0" name=""/>
        <dsp:cNvSpPr/>
      </dsp:nvSpPr>
      <dsp:spPr>
        <a:xfrm>
          <a:off x="3609215" y="1052270"/>
          <a:ext cx="930440" cy="68866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25562"/>
              </a:lnTo>
              <a:lnTo>
                <a:pt x="930440" y="525562"/>
              </a:lnTo>
              <a:lnTo>
                <a:pt x="930440" y="688669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EE2D6E-9D5F-4A92-911B-111E0784FF00}">
      <dsp:nvSpPr>
        <dsp:cNvPr id="0" name=""/>
        <dsp:cNvSpPr/>
      </dsp:nvSpPr>
      <dsp:spPr>
        <a:xfrm>
          <a:off x="2660040" y="1052270"/>
          <a:ext cx="949174" cy="688669"/>
        </a:xfrm>
        <a:custGeom>
          <a:avLst/>
          <a:gdLst/>
          <a:ahLst/>
          <a:cxnLst/>
          <a:rect l="0" t="0" r="0" b="0"/>
          <a:pathLst>
            <a:path>
              <a:moveTo>
                <a:pt x="949174" y="0"/>
              </a:moveTo>
              <a:lnTo>
                <a:pt x="949174" y="525562"/>
              </a:lnTo>
              <a:lnTo>
                <a:pt x="0" y="525562"/>
              </a:lnTo>
              <a:lnTo>
                <a:pt x="0" y="688669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3F2CD02-240A-4E16-BECE-6DDB28D92AC5}">
      <dsp:nvSpPr>
        <dsp:cNvPr id="0" name=""/>
        <dsp:cNvSpPr/>
      </dsp:nvSpPr>
      <dsp:spPr>
        <a:xfrm>
          <a:off x="780424" y="1052270"/>
          <a:ext cx="2828790" cy="688669"/>
        </a:xfrm>
        <a:custGeom>
          <a:avLst/>
          <a:gdLst/>
          <a:ahLst/>
          <a:cxnLst/>
          <a:rect l="0" t="0" r="0" b="0"/>
          <a:pathLst>
            <a:path>
              <a:moveTo>
                <a:pt x="2828790" y="0"/>
              </a:moveTo>
              <a:lnTo>
                <a:pt x="2828790" y="525562"/>
              </a:lnTo>
              <a:lnTo>
                <a:pt x="0" y="525562"/>
              </a:lnTo>
              <a:lnTo>
                <a:pt x="0" y="688669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690CF9D-BF8F-4BD5-A45D-408544D68D15}">
      <dsp:nvSpPr>
        <dsp:cNvPr id="0" name=""/>
        <dsp:cNvSpPr/>
      </dsp:nvSpPr>
      <dsp:spPr>
        <a:xfrm rot="10800000" flipV="1">
          <a:off x="1838198" y="538172"/>
          <a:ext cx="3542034" cy="51409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0" kern="1200" dirty="0" smtClean="0">
              <a:solidFill>
                <a:schemeClr val="accent4"/>
              </a:solidFill>
            </a:rPr>
            <a:t>RECOMMENDATION SYSTEMS</a:t>
          </a:r>
          <a:endParaRPr lang="en-IN" sz="1800" kern="1200" dirty="0"/>
        </a:p>
      </dsp:txBody>
      <dsp:txXfrm rot="-10800000">
        <a:off x="1838198" y="538172"/>
        <a:ext cx="3542034" cy="514098"/>
      </dsp:txXfrm>
    </dsp:sp>
    <dsp:sp modelId="{D19C3355-EDEF-42AD-BA0B-AE99BF651519}">
      <dsp:nvSpPr>
        <dsp:cNvPr id="0" name=""/>
        <dsp:cNvSpPr/>
      </dsp:nvSpPr>
      <dsp:spPr>
        <a:xfrm>
          <a:off x="3724" y="1740939"/>
          <a:ext cx="1553401" cy="7767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b="1" i="0" kern="1200" smtClean="0"/>
            <a:t>Popularity based </a:t>
          </a:r>
          <a:endParaRPr lang="en-IN" sz="1800" b="1" i="0" kern="1200"/>
        </a:p>
      </dsp:txBody>
      <dsp:txXfrm>
        <a:off x="3724" y="1740939"/>
        <a:ext cx="1553401" cy="776700"/>
      </dsp:txXfrm>
    </dsp:sp>
    <dsp:sp modelId="{B1068BB9-5735-47E1-A9E4-5858B3F969BD}">
      <dsp:nvSpPr>
        <dsp:cNvPr id="0" name=""/>
        <dsp:cNvSpPr/>
      </dsp:nvSpPr>
      <dsp:spPr>
        <a:xfrm>
          <a:off x="1883339" y="1740939"/>
          <a:ext cx="1553401" cy="7767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b="1" i="0" kern="1200" dirty="0" smtClean="0"/>
            <a:t>Content-based filtering </a:t>
          </a:r>
          <a:endParaRPr lang="en-IN" sz="1800" b="1" i="0" kern="1200" dirty="0"/>
        </a:p>
      </dsp:txBody>
      <dsp:txXfrm>
        <a:off x="1883339" y="1740939"/>
        <a:ext cx="1553401" cy="776700"/>
      </dsp:txXfrm>
    </dsp:sp>
    <dsp:sp modelId="{3D65DFB1-40E8-40B0-8134-CFE157FFE5BF}">
      <dsp:nvSpPr>
        <dsp:cNvPr id="0" name=""/>
        <dsp:cNvSpPr/>
      </dsp:nvSpPr>
      <dsp:spPr>
        <a:xfrm>
          <a:off x="3762955" y="1740939"/>
          <a:ext cx="1553401" cy="7767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b="1" i="0" kern="1200" dirty="0" smtClean="0"/>
            <a:t>Collaborative filtering</a:t>
          </a:r>
          <a:endParaRPr lang="en-IN" sz="1800" b="1" i="0" kern="1200" dirty="0"/>
        </a:p>
      </dsp:txBody>
      <dsp:txXfrm>
        <a:off x="3762955" y="1740939"/>
        <a:ext cx="1553401" cy="776700"/>
      </dsp:txXfrm>
    </dsp:sp>
    <dsp:sp modelId="{6FAEB42C-FB8B-4896-8D4C-164A7DEA9541}">
      <dsp:nvSpPr>
        <dsp:cNvPr id="0" name=""/>
        <dsp:cNvSpPr/>
      </dsp:nvSpPr>
      <dsp:spPr>
        <a:xfrm>
          <a:off x="5642571" y="1740939"/>
          <a:ext cx="1553401" cy="7767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b="1" i="0" kern="1200" dirty="0" smtClean="0"/>
            <a:t>Hybrid</a:t>
          </a:r>
          <a:endParaRPr lang="en-IN" sz="1800" kern="1200" dirty="0"/>
        </a:p>
      </dsp:txBody>
      <dsp:txXfrm>
        <a:off x="5642571" y="1740939"/>
        <a:ext cx="1553401" cy="7767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2967079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g750c2952c1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0" name="Google Shape;1080;g750c2952c1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1030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g737b5efd7a_0_260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2" name="Google Shape;1102;g737b5efd7a_0_260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00652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7290203084_0_6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7290203084_0_6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79780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7290203084_0_6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7290203084_0_6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75479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g737b5efd7a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3" name="Google Shape;1183;g737b5efd7a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878175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g737b5efd7a_0_3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0" name="Google Shape;1260;g737b5efd7a_0_3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22458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g737b5efd7a_0_3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0" name="Google Shape;1260;g737b5efd7a_0_3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17895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g737b5efd7a_0_3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0" name="Google Shape;1260;g737b5efd7a_0_3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146107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" name="Google Shape;1509;g737b5efd7a_0_7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0" name="Google Shape;1510;g737b5efd7a_0_7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2393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" name="Google Shape;1509;g737b5efd7a_0_7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0" name="Google Shape;1510;g737b5efd7a_0_7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29008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Google Shape;1550;g737b5efd7a_0_7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1" name="Google Shape;1551;g737b5efd7a_0_7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613080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" name="Google Shape;1509;g737b5efd7a_0_7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0" name="Google Shape;1510;g737b5efd7a_0_7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926962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Google Shape;1550;g737b5efd7a_0_7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1" name="Google Shape;1551;g737b5efd7a_0_7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86207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4" name="Google Shape;1574;g737b5efd7a_0_1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5" name="Google Shape;1575;g737b5efd7a_0_1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80722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6" name="Google Shape;1796;g737b5efd7a_0_1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7" name="Google Shape;1797;g737b5efd7a_0_1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68120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200200" y="2981995"/>
            <a:ext cx="3921000" cy="55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663707" y="3567970"/>
            <a:ext cx="2994000" cy="60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16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-3666000" y="-606990"/>
            <a:ext cx="6844138" cy="6498013"/>
            <a:chOff x="-1498057" y="-545690"/>
            <a:chExt cx="6844138" cy="6498013"/>
          </a:xfrm>
        </p:grpSpPr>
        <p:grpSp>
          <p:nvGrpSpPr>
            <p:cNvPr id="12" name="Google Shape;12;p2"/>
            <p:cNvGrpSpPr/>
            <p:nvPr/>
          </p:nvGrpSpPr>
          <p:grpSpPr>
            <a:xfrm>
              <a:off x="-1498057" y="-545690"/>
              <a:ext cx="6844138" cy="6498013"/>
              <a:chOff x="1046100" y="238125"/>
              <a:chExt cx="5491125" cy="5213425"/>
            </a:xfrm>
          </p:grpSpPr>
          <p:sp>
            <p:nvSpPr>
              <p:cNvPr id="13" name="Google Shape;13;p2"/>
              <p:cNvSpPr/>
              <p:nvPr/>
            </p:nvSpPr>
            <p:spPr>
              <a:xfrm>
                <a:off x="1592750" y="4663850"/>
                <a:ext cx="502150" cy="519625"/>
              </a:xfrm>
              <a:custGeom>
                <a:avLst/>
                <a:gdLst/>
                <a:ahLst/>
                <a:cxnLst/>
                <a:rect l="l" t="t" r="r" b="b"/>
                <a:pathLst>
                  <a:path w="20086" h="20785" extrusionOk="0">
                    <a:moveTo>
                      <a:pt x="7162" y="3284"/>
                    </a:moveTo>
                    <a:lnTo>
                      <a:pt x="17012" y="13309"/>
                    </a:lnTo>
                    <a:lnTo>
                      <a:pt x="12960" y="17640"/>
                    </a:lnTo>
                    <a:lnTo>
                      <a:pt x="3075" y="8035"/>
                    </a:lnTo>
                    <a:lnTo>
                      <a:pt x="7162" y="3284"/>
                    </a:lnTo>
                    <a:close/>
                    <a:moveTo>
                      <a:pt x="7022" y="0"/>
                    </a:moveTo>
                    <a:lnTo>
                      <a:pt x="1" y="8174"/>
                    </a:lnTo>
                    <a:lnTo>
                      <a:pt x="13065" y="20784"/>
                    </a:lnTo>
                    <a:lnTo>
                      <a:pt x="20086" y="13274"/>
                    </a:lnTo>
                    <a:lnTo>
                      <a:pt x="7022" y="0"/>
                    </a:lnTo>
                    <a:close/>
                  </a:path>
                </a:pathLst>
              </a:custGeom>
              <a:solidFill>
                <a:srgbClr val="FBEFD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4788925" y="4263025"/>
                <a:ext cx="776350" cy="771975"/>
              </a:xfrm>
              <a:custGeom>
                <a:avLst/>
                <a:gdLst/>
                <a:ahLst/>
                <a:cxnLst/>
                <a:rect l="l" t="t" r="r" b="b"/>
                <a:pathLst>
                  <a:path w="31054" h="30879" extrusionOk="0">
                    <a:moveTo>
                      <a:pt x="7650" y="3109"/>
                    </a:moveTo>
                    <a:lnTo>
                      <a:pt x="18793" y="14252"/>
                    </a:lnTo>
                    <a:lnTo>
                      <a:pt x="23928" y="9082"/>
                    </a:lnTo>
                    <a:lnTo>
                      <a:pt x="27875" y="12890"/>
                    </a:lnTo>
                    <a:lnTo>
                      <a:pt x="12750" y="27770"/>
                    </a:lnTo>
                    <a:lnTo>
                      <a:pt x="3109" y="18234"/>
                    </a:lnTo>
                    <a:lnTo>
                      <a:pt x="8454" y="12680"/>
                    </a:lnTo>
                    <a:lnTo>
                      <a:pt x="3319" y="7161"/>
                    </a:lnTo>
                    <a:lnTo>
                      <a:pt x="7650" y="3109"/>
                    </a:lnTo>
                    <a:close/>
                    <a:moveTo>
                      <a:pt x="7685" y="0"/>
                    </a:moveTo>
                    <a:lnTo>
                      <a:pt x="175" y="7056"/>
                    </a:lnTo>
                    <a:lnTo>
                      <a:pt x="5415" y="12645"/>
                    </a:lnTo>
                    <a:lnTo>
                      <a:pt x="0" y="18234"/>
                    </a:lnTo>
                    <a:lnTo>
                      <a:pt x="12750" y="30879"/>
                    </a:lnTo>
                    <a:lnTo>
                      <a:pt x="31054" y="12855"/>
                    </a:lnTo>
                    <a:lnTo>
                      <a:pt x="23928" y="5938"/>
                    </a:lnTo>
                    <a:lnTo>
                      <a:pt x="18793" y="11108"/>
                    </a:lnTo>
                    <a:lnTo>
                      <a:pt x="7685" y="0"/>
                    </a:lnTo>
                    <a:close/>
                  </a:path>
                </a:pathLst>
              </a:custGeom>
              <a:solidFill>
                <a:srgbClr val="FBEFD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3812600" y="4124175"/>
                <a:ext cx="642750" cy="642750"/>
              </a:xfrm>
              <a:custGeom>
                <a:avLst/>
                <a:gdLst/>
                <a:ahLst/>
                <a:cxnLst/>
                <a:rect l="l" t="t" r="r" b="b"/>
                <a:pathLst>
                  <a:path w="25710" h="25710" extrusionOk="0">
                    <a:moveTo>
                      <a:pt x="18584" y="3144"/>
                    </a:moveTo>
                    <a:lnTo>
                      <a:pt x="22566" y="7126"/>
                    </a:lnTo>
                    <a:lnTo>
                      <a:pt x="7127" y="22565"/>
                    </a:lnTo>
                    <a:lnTo>
                      <a:pt x="3145" y="18583"/>
                    </a:lnTo>
                    <a:lnTo>
                      <a:pt x="18584" y="3144"/>
                    </a:lnTo>
                    <a:close/>
                    <a:moveTo>
                      <a:pt x="18584" y="0"/>
                    </a:moveTo>
                    <a:lnTo>
                      <a:pt x="1" y="18583"/>
                    </a:lnTo>
                    <a:lnTo>
                      <a:pt x="7127" y="25709"/>
                    </a:lnTo>
                    <a:lnTo>
                      <a:pt x="25710" y="7126"/>
                    </a:lnTo>
                    <a:lnTo>
                      <a:pt x="18584" y="0"/>
                    </a:lnTo>
                    <a:close/>
                  </a:path>
                </a:pathLst>
              </a:custGeom>
              <a:solidFill>
                <a:srgbClr val="FBEFD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3276425" y="4395750"/>
                <a:ext cx="1040075" cy="1055800"/>
              </a:xfrm>
              <a:custGeom>
                <a:avLst/>
                <a:gdLst/>
                <a:ahLst/>
                <a:cxnLst/>
                <a:rect l="l" t="t" r="r" b="b"/>
                <a:pathLst>
                  <a:path w="41603" h="42232" extrusionOk="0">
                    <a:moveTo>
                      <a:pt x="7126" y="3249"/>
                    </a:moveTo>
                    <a:lnTo>
                      <a:pt x="38494" y="35106"/>
                    </a:lnTo>
                    <a:lnTo>
                      <a:pt x="34477" y="39088"/>
                    </a:lnTo>
                    <a:lnTo>
                      <a:pt x="3074" y="7685"/>
                    </a:lnTo>
                    <a:lnTo>
                      <a:pt x="7126" y="3249"/>
                    </a:lnTo>
                    <a:close/>
                    <a:moveTo>
                      <a:pt x="7056" y="1"/>
                    </a:moveTo>
                    <a:lnTo>
                      <a:pt x="0" y="7755"/>
                    </a:lnTo>
                    <a:lnTo>
                      <a:pt x="34477" y="42232"/>
                    </a:lnTo>
                    <a:lnTo>
                      <a:pt x="41603" y="35141"/>
                    </a:lnTo>
                    <a:lnTo>
                      <a:pt x="7056" y="1"/>
                    </a:lnTo>
                    <a:close/>
                  </a:path>
                </a:pathLst>
              </a:custGeom>
              <a:solidFill>
                <a:srgbClr val="FBEFD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1869575" y="4392250"/>
                <a:ext cx="503900" cy="504775"/>
              </a:xfrm>
              <a:custGeom>
                <a:avLst/>
                <a:gdLst/>
                <a:ahLst/>
                <a:cxnLst/>
                <a:rect l="l" t="t" r="r" b="b"/>
                <a:pathLst>
                  <a:path w="20156" h="20191" extrusionOk="0">
                    <a:moveTo>
                      <a:pt x="7127" y="3145"/>
                    </a:moveTo>
                    <a:lnTo>
                      <a:pt x="17012" y="13065"/>
                    </a:lnTo>
                    <a:lnTo>
                      <a:pt x="13030" y="17047"/>
                    </a:lnTo>
                    <a:lnTo>
                      <a:pt x="3145" y="7127"/>
                    </a:lnTo>
                    <a:lnTo>
                      <a:pt x="7127" y="3145"/>
                    </a:lnTo>
                    <a:close/>
                    <a:moveTo>
                      <a:pt x="7127" y="1"/>
                    </a:moveTo>
                    <a:lnTo>
                      <a:pt x="1" y="7127"/>
                    </a:lnTo>
                    <a:lnTo>
                      <a:pt x="13030" y="20191"/>
                    </a:lnTo>
                    <a:lnTo>
                      <a:pt x="20156" y="13065"/>
                    </a:lnTo>
                    <a:lnTo>
                      <a:pt x="7127" y="1"/>
                    </a:lnTo>
                    <a:close/>
                  </a:path>
                </a:pathLst>
              </a:custGeom>
              <a:solidFill>
                <a:srgbClr val="FBEFD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5479675" y="4663850"/>
                <a:ext cx="502150" cy="519625"/>
              </a:xfrm>
              <a:custGeom>
                <a:avLst/>
                <a:gdLst/>
                <a:ahLst/>
                <a:cxnLst/>
                <a:rect l="l" t="t" r="r" b="b"/>
                <a:pathLst>
                  <a:path w="20086" h="20785" extrusionOk="0">
                    <a:moveTo>
                      <a:pt x="7127" y="3284"/>
                    </a:moveTo>
                    <a:lnTo>
                      <a:pt x="16977" y="13309"/>
                    </a:lnTo>
                    <a:lnTo>
                      <a:pt x="12925" y="17640"/>
                    </a:lnTo>
                    <a:lnTo>
                      <a:pt x="3040" y="8035"/>
                    </a:lnTo>
                    <a:lnTo>
                      <a:pt x="7127" y="3284"/>
                    </a:lnTo>
                    <a:close/>
                    <a:moveTo>
                      <a:pt x="6987" y="0"/>
                    </a:moveTo>
                    <a:lnTo>
                      <a:pt x="1" y="8174"/>
                    </a:lnTo>
                    <a:lnTo>
                      <a:pt x="13030" y="20784"/>
                    </a:lnTo>
                    <a:lnTo>
                      <a:pt x="20086" y="13274"/>
                    </a:lnTo>
                    <a:lnTo>
                      <a:pt x="6987" y="0"/>
                    </a:lnTo>
                    <a:close/>
                  </a:path>
                </a:pathLst>
              </a:custGeom>
              <a:solidFill>
                <a:srgbClr val="FBEFD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2433725" y="4401875"/>
                <a:ext cx="772850" cy="634000"/>
              </a:xfrm>
              <a:custGeom>
                <a:avLst/>
                <a:gdLst/>
                <a:ahLst/>
                <a:cxnLst/>
                <a:rect l="l" t="t" r="r" b="b"/>
                <a:pathLst>
                  <a:path w="30914" h="25360" extrusionOk="0">
                    <a:moveTo>
                      <a:pt x="7126" y="3144"/>
                    </a:moveTo>
                    <a:lnTo>
                      <a:pt x="18234" y="14252"/>
                    </a:lnTo>
                    <a:lnTo>
                      <a:pt x="23788" y="8698"/>
                    </a:lnTo>
                    <a:lnTo>
                      <a:pt x="27770" y="12680"/>
                    </a:lnTo>
                    <a:lnTo>
                      <a:pt x="18234" y="22216"/>
                    </a:lnTo>
                    <a:lnTo>
                      <a:pt x="3144" y="7126"/>
                    </a:lnTo>
                    <a:lnTo>
                      <a:pt x="7126" y="3144"/>
                    </a:lnTo>
                    <a:close/>
                    <a:moveTo>
                      <a:pt x="7126" y="0"/>
                    </a:moveTo>
                    <a:lnTo>
                      <a:pt x="0" y="7126"/>
                    </a:lnTo>
                    <a:lnTo>
                      <a:pt x="18234" y="25360"/>
                    </a:lnTo>
                    <a:lnTo>
                      <a:pt x="30914" y="12680"/>
                    </a:lnTo>
                    <a:lnTo>
                      <a:pt x="23788" y="5554"/>
                    </a:lnTo>
                    <a:lnTo>
                      <a:pt x="18234" y="11108"/>
                    </a:lnTo>
                    <a:lnTo>
                      <a:pt x="7126" y="0"/>
                    </a:lnTo>
                    <a:close/>
                  </a:path>
                </a:pathLst>
              </a:custGeom>
              <a:solidFill>
                <a:srgbClr val="FBEFD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4097300" y="4401875"/>
                <a:ext cx="775475" cy="910825"/>
              </a:xfrm>
              <a:custGeom>
                <a:avLst/>
                <a:gdLst/>
                <a:ahLst/>
                <a:cxnLst/>
                <a:rect l="l" t="t" r="r" b="b"/>
                <a:pathLst>
                  <a:path w="31019" h="36433" extrusionOk="0">
                    <a:moveTo>
                      <a:pt x="18304" y="3144"/>
                    </a:moveTo>
                    <a:lnTo>
                      <a:pt x="22286" y="7126"/>
                    </a:lnTo>
                    <a:lnTo>
                      <a:pt x="11213" y="18199"/>
                    </a:lnTo>
                    <a:lnTo>
                      <a:pt x="18129" y="25360"/>
                    </a:lnTo>
                    <a:lnTo>
                      <a:pt x="23544" y="19771"/>
                    </a:lnTo>
                    <a:lnTo>
                      <a:pt x="27805" y="23788"/>
                    </a:lnTo>
                    <a:lnTo>
                      <a:pt x="18129" y="33324"/>
                    </a:lnTo>
                    <a:lnTo>
                      <a:pt x="3144" y="18234"/>
                    </a:lnTo>
                    <a:lnTo>
                      <a:pt x="18304" y="3144"/>
                    </a:lnTo>
                    <a:close/>
                    <a:moveTo>
                      <a:pt x="18339" y="0"/>
                    </a:moveTo>
                    <a:lnTo>
                      <a:pt x="0" y="18234"/>
                    </a:lnTo>
                    <a:lnTo>
                      <a:pt x="18129" y="36433"/>
                    </a:lnTo>
                    <a:lnTo>
                      <a:pt x="31019" y="23753"/>
                    </a:lnTo>
                    <a:lnTo>
                      <a:pt x="23439" y="16662"/>
                    </a:lnTo>
                    <a:lnTo>
                      <a:pt x="18129" y="22181"/>
                    </a:lnTo>
                    <a:lnTo>
                      <a:pt x="14322" y="18234"/>
                    </a:lnTo>
                    <a:lnTo>
                      <a:pt x="25430" y="7126"/>
                    </a:lnTo>
                    <a:lnTo>
                      <a:pt x="18339" y="0"/>
                    </a:lnTo>
                    <a:close/>
                  </a:path>
                </a:pathLst>
              </a:custGeom>
              <a:solidFill>
                <a:srgbClr val="FBEFD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1592750" y="4663850"/>
                <a:ext cx="502150" cy="519625"/>
              </a:xfrm>
              <a:custGeom>
                <a:avLst/>
                <a:gdLst/>
                <a:ahLst/>
                <a:cxnLst/>
                <a:rect l="l" t="t" r="r" b="b"/>
                <a:pathLst>
                  <a:path w="20086" h="20785" extrusionOk="0">
                    <a:moveTo>
                      <a:pt x="7162" y="3284"/>
                    </a:moveTo>
                    <a:lnTo>
                      <a:pt x="17012" y="13309"/>
                    </a:lnTo>
                    <a:lnTo>
                      <a:pt x="12960" y="17640"/>
                    </a:lnTo>
                    <a:lnTo>
                      <a:pt x="3075" y="8035"/>
                    </a:lnTo>
                    <a:lnTo>
                      <a:pt x="7162" y="3284"/>
                    </a:lnTo>
                    <a:close/>
                    <a:moveTo>
                      <a:pt x="7022" y="0"/>
                    </a:moveTo>
                    <a:lnTo>
                      <a:pt x="1" y="8174"/>
                    </a:lnTo>
                    <a:lnTo>
                      <a:pt x="13065" y="20784"/>
                    </a:lnTo>
                    <a:lnTo>
                      <a:pt x="20086" y="13274"/>
                    </a:lnTo>
                    <a:lnTo>
                      <a:pt x="7022" y="0"/>
                    </a:lnTo>
                    <a:close/>
                  </a:path>
                </a:pathLst>
              </a:custGeom>
              <a:solidFill>
                <a:srgbClr val="FBEFD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1869575" y="4392250"/>
                <a:ext cx="503900" cy="504775"/>
              </a:xfrm>
              <a:custGeom>
                <a:avLst/>
                <a:gdLst/>
                <a:ahLst/>
                <a:cxnLst/>
                <a:rect l="l" t="t" r="r" b="b"/>
                <a:pathLst>
                  <a:path w="20156" h="20191" extrusionOk="0">
                    <a:moveTo>
                      <a:pt x="7127" y="3145"/>
                    </a:moveTo>
                    <a:lnTo>
                      <a:pt x="17012" y="13065"/>
                    </a:lnTo>
                    <a:lnTo>
                      <a:pt x="13030" y="17047"/>
                    </a:lnTo>
                    <a:lnTo>
                      <a:pt x="3145" y="7127"/>
                    </a:lnTo>
                    <a:lnTo>
                      <a:pt x="7127" y="3145"/>
                    </a:lnTo>
                    <a:close/>
                    <a:moveTo>
                      <a:pt x="7127" y="1"/>
                    </a:moveTo>
                    <a:lnTo>
                      <a:pt x="1" y="7127"/>
                    </a:lnTo>
                    <a:lnTo>
                      <a:pt x="13030" y="20191"/>
                    </a:lnTo>
                    <a:lnTo>
                      <a:pt x="20156" y="13065"/>
                    </a:lnTo>
                    <a:lnTo>
                      <a:pt x="7127" y="1"/>
                    </a:lnTo>
                    <a:close/>
                  </a:path>
                </a:pathLst>
              </a:custGeom>
              <a:solidFill>
                <a:srgbClr val="FBEFD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3405675" y="1764600"/>
                <a:ext cx="633125" cy="634000"/>
              </a:xfrm>
              <a:custGeom>
                <a:avLst/>
                <a:gdLst/>
                <a:ahLst/>
                <a:cxnLst/>
                <a:rect l="l" t="t" r="r" b="b"/>
                <a:pathLst>
                  <a:path w="25325" h="25360" extrusionOk="0">
                    <a:moveTo>
                      <a:pt x="7126" y="3144"/>
                    </a:moveTo>
                    <a:lnTo>
                      <a:pt x="22216" y="18234"/>
                    </a:lnTo>
                    <a:lnTo>
                      <a:pt x="18234" y="22216"/>
                    </a:lnTo>
                    <a:lnTo>
                      <a:pt x="3144" y="7126"/>
                    </a:lnTo>
                    <a:lnTo>
                      <a:pt x="7126" y="3144"/>
                    </a:lnTo>
                    <a:close/>
                    <a:moveTo>
                      <a:pt x="7126" y="0"/>
                    </a:moveTo>
                    <a:lnTo>
                      <a:pt x="0" y="7126"/>
                    </a:lnTo>
                    <a:lnTo>
                      <a:pt x="18234" y="25360"/>
                    </a:lnTo>
                    <a:lnTo>
                      <a:pt x="25325" y="18234"/>
                    </a:lnTo>
                    <a:lnTo>
                      <a:pt x="7126" y="0"/>
                    </a:lnTo>
                    <a:close/>
                  </a:path>
                </a:pathLst>
              </a:custGeom>
              <a:solidFill>
                <a:srgbClr val="FBEFD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2989125" y="1210075"/>
                <a:ext cx="2160475" cy="1327375"/>
              </a:xfrm>
              <a:custGeom>
                <a:avLst/>
                <a:gdLst/>
                <a:ahLst/>
                <a:cxnLst/>
                <a:rect l="l" t="t" r="r" b="b"/>
                <a:pathLst>
                  <a:path w="86419" h="53095" extrusionOk="0">
                    <a:moveTo>
                      <a:pt x="23788" y="3109"/>
                    </a:moveTo>
                    <a:lnTo>
                      <a:pt x="45969" y="25325"/>
                    </a:lnTo>
                    <a:lnTo>
                      <a:pt x="57461" y="13868"/>
                    </a:lnTo>
                    <a:lnTo>
                      <a:pt x="66997" y="23404"/>
                    </a:lnTo>
                    <a:lnTo>
                      <a:pt x="63015" y="27351"/>
                    </a:lnTo>
                    <a:lnTo>
                      <a:pt x="57461" y="21832"/>
                    </a:lnTo>
                    <a:lnTo>
                      <a:pt x="49986" y="29307"/>
                    </a:lnTo>
                    <a:lnTo>
                      <a:pt x="62631" y="41987"/>
                    </a:lnTo>
                    <a:lnTo>
                      <a:pt x="79293" y="25325"/>
                    </a:lnTo>
                    <a:lnTo>
                      <a:pt x="83275" y="29307"/>
                    </a:lnTo>
                    <a:lnTo>
                      <a:pt x="62631" y="49951"/>
                    </a:lnTo>
                    <a:lnTo>
                      <a:pt x="23788" y="11073"/>
                    </a:lnTo>
                    <a:lnTo>
                      <a:pt x="7126" y="27735"/>
                    </a:lnTo>
                    <a:lnTo>
                      <a:pt x="3144" y="23753"/>
                    </a:lnTo>
                    <a:lnTo>
                      <a:pt x="23788" y="3109"/>
                    </a:lnTo>
                    <a:close/>
                    <a:moveTo>
                      <a:pt x="23788" y="0"/>
                    </a:moveTo>
                    <a:lnTo>
                      <a:pt x="0" y="23753"/>
                    </a:lnTo>
                    <a:lnTo>
                      <a:pt x="7126" y="30879"/>
                    </a:lnTo>
                    <a:lnTo>
                      <a:pt x="23788" y="14217"/>
                    </a:lnTo>
                    <a:lnTo>
                      <a:pt x="62631" y="53095"/>
                    </a:lnTo>
                    <a:lnTo>
                      <a:pt x="86419" y="29307"/>
                    </a:lnTo>
                    <a:lnTo>
                      <a:pt x="79293" y="22181"/>
                    </a:lnTo>
                    <a:lnTo>
                      <a:pt x="62631" y="38843"/>
                    </a:lnTo>
                    <a:lnTo>
                      <a:pt x="53095" y="29307"/>
                    </a:lnTo>
                    <a:lnTo>
                      <a:pt x="57461" y="24941"/>
                    </a:lnTo>
                    <a:lnTo>
                      <a:pt x="62980" y="30495"/>
                    </a:lnTo>
                    <a:lnTo>
                      <a:pt x="70106" y="23369"/>
                    </a:lnTo>
                    <a:lnTo>
                      <a:pt x="57461" y="10724"/>
                    </a:lnTo>
                    <a:lnTo>
                      <a:pt x="45969" y="22181"/>
                    </a:lnTo>
                    <a:lnTo>
                      <a:pt x="23788" y="0"/>
                    </a:lnTo>
                    <a:close/>
                  </a:path>
                </a:pathLst>
              </a:custGeom>
              <a:solidFill>
                <a:srgbClr val="FBEFD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2563825" y="1755850"/>
                <a:ext cx="920450" cy="781600"/>
              </a:xfrm>
              <a:custGeom>
                <a:avLst/>
                <a:gdLst/>
                <a:ahLst/>
                <a:cxnLst/>
                <a:rect l="l" t="t" r="r" b="b"/>
                <a:pathLst>
                  <a:path w="36818" h="31264" extrusionOk="0">
                    <a:moveTo>
                      <a:pt x="7092" y="3110"/>
                    </a:moveTo>
                    <a:lnTo>
                      <a:pt x="24138" y="20156"/>
                    </a:lnTo>
                    <a:lnTo>
                      <a:pt x="29692" y="14602"/>
                    </a:lnTo>
                    <a:lnTo>
                      <a:pt x="33674" y="18584"/>
                    </a:lnTo>
                    <a:lnTo>
                      <a:pt x="24138" y="28120"/>
                    </a:lnTo>
                    <a:lnTo>
                      <a:pt x="3110" y="7127"/>
                    </a:lnTo>
                    <a:lnTo>
                      <a:pt x="7092" y="3110"/>
                    </a:lnTo>
                    <a:close/>
                    <a:moveTo>
                      <a:pt x="7127" y="1"/>
                    </a:moveTo>
                    <a:lnTo>
                      <a:pt x="1" y="7127"/>
                    </a:lnTo>
                    <a:lnTo>
                      <a:pt x="24138" y="31264"/>
                    </a:lnTo>
                    <a:lnTo>
                      <a:pt x="36818" y="18584"/>
                    </a:lnTo>
                    <a:lnTo>
                      <a:pt x="29692" y="11458"/>
                    </a:lnTo>
                    <a:lnTo>
                      <a:pt x="24138" y="17012"/>
                    </a:lnTo>
                    <a:lnTo>
                      <a:pt x="7127" y="1"/>
                    </a:lnTo>
                    <a:close/>
                  </a:path>
                </a:pathLst>
              </a:custGeom>
              <a:solidFill>
                <a:srgbClr val="FBEFD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2989125" y="2320000"/>
                <a:ext cx="1049675" cy="772850"/>
              </a:xfrm>
              <a:custGeom>
                <a:avLst/>
                <a:gdLst/>
                <a:ahLst/>
                <a:cxnLst/>
                <a:rect l="l" t="t" r="r" b="b"/>
                <a:pathLst>
                  <a:path w="41987" h="30914" extrusionOk="0">
                    <a:moveTo>
                      <a:pt x="23788" y="3144"/>
                    </a:moveTo>
                    <a:lnTo>
                      <a:pt x="38878" y="18234"/>
                    </a:lnTo>
                    <a:lnTo>
                      <a:pt x="34896" y="22216"/>
                    </a:lnTo>
                    <a:lnTo>
                      <a:pt x="23788" y="11108"/>
                    </a:lnTo>
                    <a:lnTo>
                      <a:pt x="7126" y="27770"/>
                    </a:lnTo>
                    <a:lnTo>
                      <a:pt x="3144" y="23788"/>
                    </a:lnTo>
                    <a:lnTo>
                      <a:pt x="23788" y="3144"/>
                    </a:lnTo>
                    <a:close/>
                    <a:moveTo>
                      <a:pt x="23788" y="0"/>
                    </a:moveTo>
                    <a:lnTo>
                      <a:pt x="0" y="23788"/>
                    </a:lnTo>
                    <a:lnTo>
                      <a:pt x="7126" y="30914"/>
                    </a:lnTo>
                    <a:lnTo>
                      <a:pt x="23788" y="14252"/>
                    </a:lnTo>
                    <a:lnTo>
                      <a:pt x="34896" y="25360"/>
                    </a:lnTo>
                    <a:lnTo>
                      <a:pt x="41987" y="18234"/>
                    </a:lnTo>
                    <a:lnTo>
                      <a:pt x="23788" y="0"/>
                    </a:lnTo>
                    <a:close/>
                  </a:path>
                </a:pathLst>
              </a:custGeom>
              <a:solidFill>
                <a:srgbClr val="FBEFD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3405675" y="2597700"/>
                <a:ext cx="1188525" cy="910825"/>
              </a:xfrm>
              <a:custGeom>
                <a:avLst/>
                <a:gdLst/>
                <a:ahLst/>
                <a:cxnLst/>
                <a:rect l="l" t="t" r="r" b="b"/>
                <a:pathLst>
                  <a:path w="47541" h="36433" extrusionOk="0">
                    <a:moveTo>
                      <a:pt x="40450" y="3109"/>
                    </a:moveTo>
                    <a:lnTo>
                      <a:pt x="44432" y="7091"/>
                    </a:lnTo>
                    <a:lnTo>
                      <a:pt x="18234" y="33289"/>
                    </a:lnTo>
                    <a:lnTo>
                      <a:pt x="3144" y="18234"/>
                    </a:lnTo>
                    <a:lnTo>
                      <a:pt x="7126" y="14252"/>
                    </a:lnTo>
                    <a:lnTo>
                      <a:pt x="18234" y="25325"/>
                    </a:lnTo>
                    <a:lnTo>
                      <a:pt x="40450" y="3109"/>
                    </a:lnTo>
                    <a:close/>
                    <a:moveTo>
                      <a:pt x="40415" y="0"/>
                    </a:moveTo>
                    <a:lnTo>
                      <a:pt x="18234" y="22216"/>
                    </a:lnTo>
                    <a:lnTo>
                      <a:pt x="7126" y="11108"/>
                    </a:lnTo>
                    <a:lnTo>
                      <a:pt x="0" y="18234"/>
                    </a:lnTo>
                    <a:lnTo>
                      <a:pt x="18234" y="36433"/>
                    </a:lnTo>
                    <a:lnTo>
                      <a:pt x="47541" y="7126"/>
                    </a:lnTo>
                    <a:lnTo>
                      <a:pt x="40415" y="0"/>
                    </a:lnTo>
                    <a:close/>
                  </a:path>
                </a:pathLst>
              </a:custGeom>
              <a:solidFill>
                <a:srgbClr val="FBEFD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3127975" y="3153100"/>
                <a:ext cx="494275" cy="494275"/>
              </a:xfrm>
              <a:custGeom>
                <a:avLst/>
                <a:gdLst/>
                <a:ahLst/>
                <a:cxnLst/>
                <a:rect l="l" t="t" r="r" b="b"/>
                <a:pathLst>
                  <a:path w="19771" h="19771" extrusionOk="0">
                    <a:moveTo>
                      <a:pt x="7126" y="3109"/>
                    </a:moveTo>
                    <a:lnTo>
                      <a:pt x="16662" y="12645"/>
                    </a:lnTo>
                    <a:lnTo>
                      <a:pt x="12680" y="16627"/>
                    </a:lnTo>
                    <a:lnTo>
                      <a:pt x="3144" y="7126"/>
                    </a:lnTo>
                    <a:lnTo>
                      <a:pt x="7126" y="3109"/>
                    </a:lnTo>
                    <a:close/>
                    <a:moveTo>
                      <a:pt x="7126" y="0"/>
                    </a:moveTo>
                    <a:lnTo>
                      <a:pt x="0" y="7126"/>
                    </a:lnTo>
                    <a:lnTo>
                      <a:pt x="12680" y="19771"/>
                    </a:lnTo>
                    <a:lnTo>
                      <a:pt x="19771" y="12645"/>
                    </a:lnTo>
                    <a:lnTo>
                      <a:pt x="7126" y="0"/>
                    </a:lnTo>
                    <a:close/>
                  </a:path>
                </a:pathLst>
              </a:custGeom>
              <a:solidFill>
                <a:srgbClr val="FBEFD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4654450" y="2458850"/>
                <a:ext cx="772850" cy="771975"/>
              </a:xfrm>
              <a:custGeom>
                <a:avLst/>
                <a:gdLst/>
                <a:ahLst/>
                <a:cxnLst/>
                <a:rect l="l" t="t" r="r" b="b"/>
                <a:pathLst>
                  <a:path w="30914" h="30879" extrusionOk="0">
                    <a:moveTo>
                      <a:pt x="7126" y="3144"/>
                    </a:moveTo>
                    <a:lnTo>
                      <a:pt x="27770" y="23788"/>
                    </a:lnTo>
                    <a:lnTo>
                      <a:pt x="23788" y="27770"/>
                    </a:lnTo>
                    <a:lnTo>
                      <a:pt x="3144" y="7126"/>
                    </a:lnTo>
                    <a:lnTo>
                      <a:pt x="7126" y="3144"/>
                    </a:lnTo>
                    <a:close/>
                    <a:moveTo>
                      <a:pt x="7126" y="0"/>
                    </a:moveTo>
                    <a:lnTo>
                      <a:pt x="0" y="7126"/>
                    </a:lnTo>
                    <a:lnTo>
                      <a:pt x="23788" y="30879"/>
                    </a:lnTo>
                    <a:lnTo>
                      <a:pt x="30914" y="23788"/>
                    </a:lnTo>
                    <a:lnTo>
                      <a:pt x="712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4238775" y="2875400"/>
                <a:ext cx="1188525" cy="910825"/>
              </a:xfrm>
              <a:custGeom>
                <a:avLst/>
                <a:gdLst/>
                <a:ahLst/>
                <a:cxnLst/>
                <a:rect l="l" t="t" r="r" b="b"/>
                <a:pathLst>
                  <a:path w="47541" h="36433" extrusionOk="0">
                    <a:moveTo>
                      <a:pt x="18199" y="3109"/>
                    </a:moveTo>
                    <a:lnTo>
                      <a:pt x="44397" y="29307"/>
                    </a:lnTo>
                    <a:lnTo>
                      <a:pt x="40415" y="33289"/>
                    </a:lnTo>
                    <a:lnTo>
                      <a:pt x="29307" y="22181"/>
                    </a:lnTo>
                    <a:lnTo>
                      <a:pt x="18199" y="33289"/>
                    </a:lnTo>
                    <a:lnTo>
                      <a:pt x="14217" y="29307"/>
                    </a:lnTo>
                    <a:lnTo>
                      <a:pt x="25325" y="18199"/>
                    </a:lnTo>
                    <a:lnTo>
                      <a:pt x="18199" y="11108"/>
                    </a:lnTo>
                    <a:lnTo>
                      <a:pt x="7091" y="22181"/>
                    </a:lnTo>
                    <a:lnTo>
                      <a:pt x="3109" y="18199"/>
                    </a:lnTo>
                    <a:lnTo>
                      <a:pt x="18199" y="3109"/>
                    </a:lnTo>
                    <a:close/>
                    <a:moveTo>
                      <a:pt x="18199" y="0"/>
                    </a:moveTo>
                    <a:lnTo>
                      <a:pt x="0" y="18199"/>
                    </a:lnTo>
                    <a:lnTo>
                      <a:pt x="7126" y="25325"/>
                    </a:lnTo>
                    <a:lnTo>
                      <a:pt x="18199" y="14217"/>
                    </a:lnTo>
                    <a:lnTo>
                      <a:pt x="22181" y="18199"/>
                    </a:lnTo>
                    <a:lnTo>
                      <a:pt x="11108" y="29307"/>
                    </a:lnTo>
                    <a:lnTo>
                      <a:pt x="18199" y="36433"/>
                    </a:lnTo>
                    <a:lnTo>
                      <a:pt x="29307" y="25325"/>
                    </a:lnTo>
                    <a:lnTo>
                      <a:pt x="40415" y="36433"/>
                    </a:lnTo>
                    <a:lnTo>
                      <a:pt x="47541" y="29307"/>
                    </a:lnTo>
                    <a:lnTo>
                      <a:pt x="18199" y="0"/>
                    </a:lnTo>
                    <a:close/>
                  </a:path>
                </a:pathLst>
              </a:custGeom>
              <a:solidFill>
                <a:srgbClr val="FBEFD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>
                <a:off x="3961075" y="3429925"/>
                <a:ext cx="1188525" cy="911700"/>
              </a:xfrm>
              <a:custGeom>
                <a:avLst/>
                <a:gdLst/>
                <a:ahLst/>
                <a:cxnLst/>
                <a:rect l="l" t="t" r="r" b="b"/>
                <a:pathLst>
                  <a:path w="47541" h="36468" extrusionOk="0">
                    <a:moveTo>
                      <a:pt x="7091" y="3179"/>
                    </a:moveTo>
                    <a:lnTo>
                      <a:pt x="29307" y="25360"/>
                    </a:lnTo>
                    <a:lnTo>
                      <a:pt x="40415" y="14287"/>
                    </a:lnTo>
                    <a:lnTo>
                      <a:pt x="44397" y="18269"/>
                    </a:lnTo>
                    <a:lnTo>
                      <a:pt x="29307" y="33324"/>
                    </a:lnTo>
                    <a:lnTo>
                      <a:pt x="3109" y="7126"/>
                    </a:lnTo>
                    <a:lnTo>
                      <a:pt x="7091" y="3179"/>
                    </a:lnTo>
                    <a:close/>
                    <a:moveTo>
                      <a:pt x="7091" y="0"/>
                    </a:moveTo>
                    <a:lnTo>
                      <a:pt x="0" y="7126"/>
                    </a:lnTo>
                    <a:lnTo>
                      <a:pt x="29307" y="36468"/>
                    </a:lnTo>
                    <a:lnTo>
                      <a:pt x="47541" y="18234"/>
                    </a:lnTo>
                    <a:lnTo>
                      <a:pt x="40415" y="11108"/>
                    </a:lnTo>
                    <a:lnTo>
                      <a:pt x="29307" y="22216"/>
                    </a:lnTo>
                    <a:lnTo>
                      <a:pt x="7091" y="0"/>
                    </a:lnTo>
                    <a:close/>
                  </a:path>
                </a:pathLst>
              </a:custGeom>
              <a:solidFill>
                <a:srgbClr val="FBEFD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2573425" y="3429925"/>
                <a:ext cx="633150" cy="634000"/>
              </a:xfrm>
              <a:custGeom>
                <a:avLst/>
                <a:gdLst/>
                <a:ahLst/>
                <a:cxnLst/>
                <a:rect l="l" t="t" r="r" b="b"/>
                <a:pathLst>
                  <a:path w="25326" h="25360" extrusionOk="0">
                    <a:moveTo>
                      <a:pt x="18200" y="3144"/>
                    </a:moveTo>
                    <a:lnTo>
                      <a:pt x="22182" y="7126"/>
                    </a:lnTo>
                    <a:lnTo>
                      <a:pt x="7092" y="22216"/>
                    </a:lnTo>
                    <a:lnTo>
                      <a:pt x="3110" y="18234"/>
                    </a:lnTo>
                    <a:lnTo>
                      <a:pt x="18200" y="3144"/>
                    </a:lnTo>
                    <a:close/>
                    <a:moveTo>
                      <a:pt x="18200" y="0"/>
                    </a:moveTo>
                    <a:lnTo>
                      <a:pt x="1" y="18234"/>
                    </a:lnTo>
                    <a:lnTo>
                      <a:pt x="7092" y="25360"/>
                    </a:lnTo>
                    <a:lnTo>
                      <a:pt x="25326" y="7126"/>
                    </a:lnTo>
                    <a:lnTo>
                      <a:pt x="18200" y="0"/>
                    </a:lnTo>
                    <a:close/>
                  </a:path>
                </a:pathLst>
              </a:custGeom>
              <a:solidFill>
                <a:srgbClr val="FBEFD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3961075" y="2320000"/>
                <a:ext cx="355425" cy="356300"/>
              </a:xfrm>
              <a:custGeom>
                <a:avLst/>
                <a:gdLst/>
                <a:ahLst/>
                <a:cxnLst/>
                <a:rect l="l" t="t" r="r" b="b"/>
                <a:pathLst>
                  <a:path w="14217" h="14252" extrusionOk="0">
                    <a:moveTo>
                      <a:pt x="7091" y="3144"/>
                    </a:moveTo>
                    <a:lnTo>
                      <a:pt x="11073" y="7126"/>
                    </a:lnTo>
                    <a:lnTo>
                      <a:pt x="7091" y="11108"/>
                    </a:lnTo>
                    <a:lnTo>
                      <a:pt x="3109" y="7126"/>
                    </a:lnTo>
                    <a:lnTo>
                      <a:pt x="7091" y="3144"/>
                    </a:lnTo>
                    <a:close/>
                    <a:moveTo>
                      <a:pt x="7091" y="0"/>
                    </a:moveTo>
                    <a:lnTo>
                      <a:pt x="0" y="7126"/>
                    </a:lnTo>
                    <a:lnTo>
                      <a:pt x="7091" y="14252"/>
                    </a:lnTo>
                    <a:lnTo>
                      <a:pt x="14217" y="7126"/>
                    </a:lnTo>
                    <a:lnTo>
                      <a:pt x="709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3544525" y="3568775"/>
                <a:ext cx="356300" cy="356300"/>
              </a:xfrm>
              <a:custGeom>
                <a:avLst/>
                <a:gdLst/>
                <a:ahLst/>
                <a:cxnLst/>
                <a:rect l="l" t="t" r="r" b="b"/>
                <a:pathLst>
                  <a:path w="14252" h="14252" extrusionOk="0">
                    <a:moveTo>
                      <a:pt x="7126" y="3144"/>
                    </a:moveTo>
                    <a:lnTo>
                      <a:pt x="11073" y="7126"/>
                    </a:lnTo>
                    <a:lnTo>
                      <a:pt x="7126" y="11108"/>
                    </a:lnTo>
                    <a:lnTo>
                      <a:pt x="3144" y="7126"/>
                    </a:lnTo>
                    <a:lnTo>
                      <a:pt x="7126" y="3144"/>
                    </a:lnTo>
                    <a:close/>
                    <a:moveTo>
                      <a:pt x="7126" y="0"/>
                    </a:moveTo>
                    <a:lnTo>
                      <a:pt x="0" y="7126"/>
                    </a:lnTo>
                    <a:lnTo>
                      <a:pt x="7126" y="14252"/>
                    </a:lnTo>
                    <a:lnTo>
                      <a:pt x="14252" y="7126"/>
                    </a:lnTo>
                    <a:lnTo>
                      <a:pt x="712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3127975" y="3707625"/>
                <a:ext cx="1049675" cy="772850"/>
              </a:xfrm>
              <a:custGeom>
                <a:avLst/>
                <a:gdLst/>
                <a:ahLst/>
                <a:cxnLst/>
                <a:rect l="l" t="t" r="r" b="b"/>
                <a:pathLst>
                  <a:path w="41987" h="30914" extrusionOk="0">
                    <a:moveTo>
                      <a:pt x="7126" y="3144"/>
                    </a:moveTo>
                    <a:lnTo>
                      <a:pt x="23753" y="19806"/>
                    </a:lnTo>
                    <a:lnTo>
                      <a:pt x="34861" y="8698"/>
                    </a:lnTo>
                    <a:lnTo>
                      <a:pt x="38843" y="12680"/>
                    </a:lnTo>
                    <a:lnTo>
                      <a:pt x="23753" y="27770"/>
                    </a:lnTo>
                    <a:lnTo>
                      <a:pt x="3144" y="7126"/>
                    </a:lnTo>
                    <a:lnTo>
                      <a:pt x="7126" y="3144"/>
                    </a:lnTo>
                    <a:close/>
                    <a:moveTo>
                      <a:pt x="7126" y="0"/>
                    </a:moveTo>
                    <a:lnTo>
                      <a:pt x="0" y="7126"/>
                    </a:lnTo>
                    <a:lnTo>
                      <a:pt x="23788" y="30914"/>
                    </a:lnTo>
                    <a:lnTo>
                      <a:pt x="41987" y="12680"/>
                    </a:lnTo>
                    <a:lnTo>
                      <a:pt x="34861" y="5554"/>
                    </a:lnTo>
                    <a:lnTo>
                      <a:pt x="23788" y="16662"/>
                    </a:lnTo>
                    <a:lnTo>
                      <a:pt x="7126" y="0"/>
                    </a:lnTo>
                    <a:close/>
                  </a:path>
                </a:pathLst>
              </a:custGeom>
              <a:solidFill>
                <a:srgbClr val="FBEFD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4932150" y="1764600"/>
                <a:ext cx="772850" cy="772850"/>
              </a:xfrm>
              <a:custGeom>
                <a:avLst/>
                <a:gdLst/>
                <a:ahLst/>
                <a:cxnLst/>
                <a:rect l="l" t="t" r="r" b="b"/>
                <a:pathLst>
                  <a:path w="30914" h="30914" extrusionOk="0">
                    <a:moveTo>
                      <a:pt x="23788" y="3144"/>
                    </a:moveTo>
                    <a:lnTo>
                      <a:pt x="27770" y="7126"/>
                    </a:lnTo>
                    <a:lnTo>
                      <a:pt x="7126" y="27770"/>
                    </a:lnTo>
                    <a:lnTo>
                      <a:pt x="3144" y="23788"/>
                    </a:lnTo>
                    <a:lnTo>
                      <a:pt x="23788" y="3144"/>
                    </a:lnTo>
                    <a:close/>
                    <a:moveTo>
                      <a:pt x="23788" y="0"/>
                    </a:moveTo>
                    <a:lnTo>
                      <a:pt x="0" y="23788"/>
                    </a:lnTo>
                    <a:lnTo>
                      <a:pt x="7126" y="30914"/>
                    </a:lnTo>
                    <a:lnTo>
                      <a:pt x="30914" y="7126"/>
                    </a:lnTo>
                    <a:lnTo>
                      <a:pt x="23788" y="0"/>
                    </a:lnTo>
                    <a:close/>
                  </a:path>
                </a:pathLst>
              </a:custGeom>
              <a:solidFill>
                <a:srgbClr val="FBEFD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3812600" y="4124175"/>
                <a:ext cx="642750" cy="642750"/>
              </a:xfrm>
              <a:custGeom>
                <a:avLst/>
                <a:gdLst/>
                <a:ahLst/>
                <a:cxnLst/>
                <a:rect l="l" t="t" r="r" b="b"/>
                <a:pathLst>
                  <a:path w="25710" h="25710" extrusionOk="0">
                    <a:moveTo>
                      <a:pt x="18584" y="3144"/>
                    </a:moveTo>
                    <a:lnTo>
                      <a:pt x="22566" y="7126"/>
                    </a:lnTo>
                    <a:lnTo>
                      <a:pt x="7127" y="22565"/>
                    </a:lnTo>
                    <a:lnTo>
                      <a:pt x="3145" y="18583"/>
                    </a:lnTo>
                    <a:lnTo>
                      <a:pt x="18584" y="3144"/>
                    </a:lnTo>
                    <a:close/>
                    <a:moveTo>
                      <a:pt x="18584" y="0"/>
                    </a:moveTo>
                    <a:lnTo>
                      <a:pt x="1" y="18583"/>
                    </a:lnTo>
                    <a:lnTo>
                      <a:pt x="7127" y="25709"/>
                    </a:lnTo>
                    <a:lnTo>
                      <a:pt x="25710" y="7126"/>
                    </a:lnTo>
                    <a:lnTo>
                      <a:pt x="18584" y="0"/>
                    </a:lnTo>
                    <a:close/>
                  </a:path>
                </a:pathLst>
              </a:custGeom>
              <a:solidFill>
                <a:srgbClr val="FBEFD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2711425" y="3985325"/>
                <a:ext cx="633125" cy="495150"/>
              </a:xfrm>
              <a:custGeom>
                <a:avLst/>
                <a:gdLst/>
                <a:ahLst/>
                <a:cxnLst/>
                <a:rect l="l" t="t" r="r" b="b"/>
                <a:pathLst>
                  <a:path w="25325" h="19806" extrusionOk="0">
                    <a:moveTo>
                      <a:pt x="12680" y="3144"/>
                    </a:moveTo>
                    <a:lnTo>
                      <a:pt x="22216" y="12680"/>
                    </a:lnTo>
                    <a:lnTo>
                      <a:pt x="18234" y="16662"/>
                    </a:lnTo>
                    <a:lnTo>
                      <a:pt x="12680" y="11108"/>
                    </a:lnTo>
                    <a:lnTo>
                      <a:pt x="7126" y="16662"/>
                    </a:lnTo>
                    <a:lnTo>
                      <a:pt x="3144" y="12680"/>
                    </a:lnTo>
                    <a:lnTo>
                      <a:pt x="12680" y="3144"/>
                    </a:lnTo>
                    <a:close/>
                    <a:moveTo>
                      <a:pt x="12680" y="0"/>
                    </a:moveTo>
                    <a:lnTo>
                      <a:pt x="0" y="12680"/>
                    </a:lnTo>
                    <a:lnTo>
                      <a:pt x="7126" y="19806"/>
                    </a:lnTo>
                    <a:lnTo>
                      <a:pt x="12680" y="14252"/>
                    </a:lnTo>
                    <a:lnTo>
                      <a:pt x="18234" y="19806"/>
                    </a:lnTo>
                    <a:lnTo>
                      <a:pt x="25325" y="12680"/>
                    </a:lnTo>
                    <a:lnTo>
                      <a:pt x="12680" y="0"/>
                    </a:lnTo>
                    <a:close/>
                  </a:path>
                </a:pathLst>
              </a:custGeom>
              <a:solidFill>
                <a:srgbClr val="FBEFD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4654450" y="1224900"/>
                <a:ext cx="772850" cy="622675"/>
              </a:xfrm>
              <a:custGeom>
                <a:avLst/>
                <a:gdLst/>
                <a:ahLst/>
                <a:cxnLst/>
                <a:rect l="l" t="t" r="r" b="b"/>
                <a:pathLst>
                  <a:path w="30914" h="24907" extrusionOk="0">
                    <a:moveTo>
                      <a:pt x="12331" y="3110"/>
                    </a:moveTo>
                    <a:lnTo>
                      <a:pt x="27735" y="17746"/>
                    </a:lnTo>
                    <a:lnTo>
                      <a:pt x="23788" y="21763"/>
                    </a:lnTo>
                    <a:lnTo>
                      <a:pt x="12331" y="10480"/>
                    </a:lnTo>
                    <a:lnTo>
                      <a:pt x="7091" y="15999"/>
                    </a:lnTo>
                    <a:lnTo>
                      <a:pt x="3144" y="12087"/>
                    </a:lnTo>
                    <a:lnTo>
                      <a:pt x="12331" y="3110"/>
                    </a:lnTo>
                    <a:close/>
                    <a:moveTo>
                      <a:pt x="12296" y="1"/>
                    </a:moveTo>
                    <a:lnTo>
                      <a:pt x="0" y="12052"/>
                    </a:lnTo>
                    <a:lnTo>
                      <a:pt x="7161" y="19213"/>
                    </a:lnTo>
                    <a:lnTo>
                      <a:pt x="12401" y="13659"/>
                    </a:lnTo>
                    <a:lnTo>
                      <a:pt x="23788" y="24907"/>
                    </a:lnTo>
                    <a:lnTo>
                      <a:pt x="30914" y="17676"/>
                    </a:lnTo>
                    <a:lnTo>
                      <a:pt x="1229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3127975" y="932375"/>
                <a:ext cx="356300" cy="355425"/>
              </a:xfrm>
              <a:custGeom>
                <a:avLst/>
                <a:gdLst/>
                <a:ahLst/>
                <a:cxnLst/>
                <a:rect l="l" t="t" r="r" b="b"/>
                <a:pathLst>
                  <a:path w="14252" h="14217" extrusionOk="0">
                    <a:moveTo>
                      <a:pt x="7126" y="3109"/>
                    </a:moveTo>
                    <a:lnTo>
                      <a:pt x="11108" y="7126"/>
                    </a:lnTo>
                    <a:lnTo>
                      <a:pt x="7126" y="11108"/>
                    </a:lnTo>
                    <a:lnTo>
                      <a:pt x="3144" y="7126"/>
                    </a:lnTo>
                    <a:lnTo>
                      <a:pt x="7126" y="3109"/>
                    </a:lnTo>
                    <a:close/>
                    <a:moveTo>
                      <a:pt x="7126" y="0"/>
                    </a:moveTo>
                    <a:lnTo>
                      <a:pt x="0" y="7126"/>
                    </a:lnTo>
                    <a:lnTo>
                      <a:pt x="7126" y="14217"/>
                    </a:lnTo>
                    <a:lnTo>
                      <a:pt x="14252" y="7126"/>
                    </a:lnTo>
                    <a:lnTo>
                      <a:pt x="712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1462625" y="2745275"/>
                <a:ext cx="763275" cy="763250"/>
              </a:xfrm>
              <a:custGeom>
                <a:avLst/>
                <a:gdLst/>
                <a:ahLst/>
                <a:cxnLst/>
                <a:rect l="l" t="t" r="r" b="b"/>
                <a:pathLst>
                  <a:path w="30531" h="30530" extrusionOk="0">
                    <a:moveTo>
                      <a:pt x="23405" y="3144"/>
                    </a:moveTo>
                    <a:lnTo>
                      <a:pt x="27387" y="7126"/>
                    </a:lnTo>
                    <a:lnTo>
                      <a:pt x="7127" y="27386"/>
                    </a:lnTo>
                    <a:lnTo>
                      <a:pt x="3145" y="23404"/>
                    </a:lnTo>
                    <a:lnTo>
                      <a:pt x="23405" y="3144"/>
                    </a:lnTo>
                    <a:close/>
                    <a:moveTo>
                      <a:pt x="23405" y="0"/>
                    </a:moveTo>
                    <a:lnTo>
                      <a:pt x="1" y="23404"/>
                    </a:lnTo>
                    <a:lnTo>
                      <a:pt x="7127" y="30530"/>
                    </a:lnTo>
                    <a:lnTo>
                      <a:pt x="30531" y="7126"/>
                    </a:lnTo>
                    <a:lnTo>
                      <a:pt x="23405" y="0"/>
                    </a:lnTo>
                    <a:close/>
                  </a:path>
                </a:pathLst>
              </a:custGeom>
              <a:solidFill>
                <a:srgbClr val="FBEFD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1046100" y="1764600"/>
                <a:ext cx="771975" cy="772850"/>
              </a:xfrm>
              <a:custGeom>
                <a:avLst/>
                <a:gdLst/>
                <a:ahLst/>
                <a:cxnLst/>
                <a:rect l="l" t="t" r="r" b="b"/>
                <a:pathLst>
                  <a:path w="30879" h="30914" extrusionOk="0">
                    <a:moveTo>
                      <a:pt x="23788" y="3144"/>
                    </a:moveTo>
                    <a:lnTo>
                      <a:pt x="27770" y="7126"/>
                    </a:lnTo>
                    <a:lnTo>
                      <a:pt x="7126" y="27770"/>
                    </a:lnTo>
                    <a:lnTo>
                      <a:pt x="3144" y="23788"/>
                    </a:lnTo>
                    <a:lnTo>
                      <a:pt x="23788" y="3144"/>
                    </a:lnTo>
                    <a:close/>
                    <a:moveTo>
                      <a:pt x="23788" y="0"/>
                    </a:moveTo>
                    <a:lnTo>
                      <a:pt x="0" y="23788"/>
                    </a:lnTo>
                    <a:lnTo>
                      <a:pt x="7126" y="30914"/>
                    </a:lnTo>
                    <a:lnTo>
                      <a:pt x="30879" y="7126"/>
                    </a:lnTo>
                    <a:lnTo>
                      <a:pt x="23788" y="0"/>
                    </a:lnTo>
                    <a:close/>
                  </a:path>
                </a:pathLst>
              </a:custGeom>
              <a:solidFill>
                <a:srgbClr val="FBEFD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1323775" y="2191625"/>
                <a:ext cx="634900" cy="762375"/>
              </a:xfrm>
              <a:custGeom>
                <a:avLst/>
                <a:gdLst/>
                <a:ahLst/>
                <a:cxnLst/>
                <a:rect l="l" t="t" r="r" b="b"/>
                <a:pathLst>
                  <a:path w="25396" h="30495" extrusionOk="0">
                    <a:moveTo>
                      <a:pt x="18235" y="3074"/>
                    </a:moveTo>
                    <a:lnTo>
                      <a:pt x="22147" y="6707"/>
                    </a:lnTo>
                    <a:lnTo>
                      <a:pt x="16663" y="12051"/>
                    </a:lnTo>
                    <a:lnTo>
                      <a:pt x="22217" y="17780"/>
                    </a:lnTo>
                    <a:lnTo>
                      <a:pt x="12681" y="27351"/>
                    </a:lnTo>
                    <a:lnTo>
                      <a:pt x="3145" y="17815"/>
                    </a:lnTo>
                    <a:lnTo>
                      <a:pt x="18235" y="3074"/>
                    </a:lnTo>
                    <a:close/>
                    <a:moveTo>
                      <a:pt x="18200" y="0"/>
                    </a:moveTo>
                    <a:lnTo>
                      <a:pt x="1" y="17815"/>
                    </a:lnTo>
                    <a:lnTo>
                      <a:pt x="12681" y="30495"/>
                    </a:lnTo>
                    <a:lnTo>
                      <a:pt x="25361" y="17850"/>
                    </a:lnTo>
                    <a:lnTo>
                      <a:pt x="19807" y="12121"/>
                    </a:lnTo>
                    <a:lnTo>
                      <a:pt x="25396" y="6707"/>
                    </a:lnTo>
                    <a:lnTo>
                      <a:pt x="18200" y="0"/>
                    </a:lnTo>
                    <a:close/>
                  </a:path>
                </a:pathLst>
              </a:custGeom>
              <a:solidFill>
                <a:srgbClr val="FBEFD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1323775" y="1079950"/>
                <a:ext cx="1049700" cy="772875"/>
              </a:xfrm>
              <a:custGeom>
                <a:avLst/>
                <a:gdLst/>
                <a:ahLst/>
                <a:cxnLst/>
                <a:rect l="l" t="t" r="r" b="b"/>
                <a:pathLst>
                  <a:path w="41988" h="30915" extrusionOk="0">
                    <a:moveTo>
                      <a:pt x="7127" y="3144"/>
                    </a:moveTo>
                    <a:lnTo>
                      <a:pt x="23789" y="19806"/>
                    </a:lnTo>
                    <a:lnTo>
                      <a:pt x="34862" y="8698"/>
                    </a:lnTo>
                    <a:lnTo>
                      <a:pt x="38844" y="12680"/>
                    </a:lnTo>
                    <a:lnTo>
                      <a:pt x="23789" y="27770"/>
                    </a:lnTo>
                    <a:lnTo>
                      <a:pt x="3145" y="7126"/>
                    </a:lnTo>
                    <a:lnTo>
                      <a:pt x="7127" y="3144"/>
                    </a:lnTo>
                    <a:close/>
                    <a:moveTo>
                      <a:pt x="7127" y="0"/>
                    </a:moveTo>
                    <a:lnTo>
                      <a:pt x="1" y="7126"/>
                    </a:lnTo>
                    <a:lnTo>
                      <a:pt x="23789" y="30914"/>
                    </a:lnTo>
                    <a:lnTo>
                      <a:pt x="41988" y="12680"/>
                    </a:lnTo>
                    <a:lnTo>
                      <a:pt x="34862" y="5554"/>
                    </a:lnTo>
                    <a:lnTo>
                      <a:pt x="23789" y="16662"/>
                    </a:lnTo>
                    <a:lnTo>
                      <a:pt x="7127" y="0"/>
                    </a:lnTo>
                    <a:close/>
                  </a:path>
                </a:pathLst>
              </a:custGeom>
              <a:solidFill>
                <a:srgbClr val="FBEFD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>
                <a:off x="1184950" y="3429925"/>
                <a:ext cx="1189400" cy="1050550"/>
              </a:xfrm>
              <a:custGeom>
                <a:avLst/>
                <a:gdLst/>
                <a:ahLst/>
                <a:cxnLst/>
                <a:rect l="l" t="t" r="r" b="b"/>
                <a:pathLst>
                  <a:path w="47576" h="42022" extrusionOk="0">
                    <a:moveTo>
                      <a:pt x="29342" y="3144"/>
                    </a:moveTo>
                    <a:lnTo>
                      <a:pt x="44397" y="18199"/>
                    </a:lnTo>
                    <a:lnTo>
                      <a:pt x="40450" y="22042"/>
                    </a:lnTo>
                    <a:lnTo>
                      <a:pt x="29342" y="11108"/>
                    </a:lnTo>
                    <a:lnTo>
                      <a:pt x="16662" y="23788"/>
                    </a:lnTo>
                    <a:lnTo>
                      <a:pt x="23753" y="31124"/>
                    </a:lnTo>
                    <a:lnTo>
                      <a:pt x="29342" y="25360"/>
                    </a:lnTo>
                    <a:lnTo>
                      <a:pt x="33324" y="29342"/>
                    </a:lnTo>
                    <a:lnTo>
                      <a:pt x="23788" y="38878"/>
                    </a:lnTo>
                    <a:lnTo>
                      <a:pt x="12680" y="27770"/>
                    </a:lnTo>
                    <a:lnTo>
                      <a:pt x="7126" y="33324"/>
                    </a:lnTo>
                    <a:lnTo>
                      <a:pt x="3109" y="29342"/>
                    </a:lnTo>
                    <a:lnTo>
                      <a:pt x="29342" y="3144"/>
                    </a:lnTo>
                    <a:close/>
                    <a:moveTo>
                      <a:pt x="29342" y="0"/>
                    </a:moveTo>
                    <a:lnTo>
                      <a:pt x="0" y="29342"/>
                    </a:lnTo>
                    <a:lnTo>
                      <a:pt x="7126" y="36468"/>
                    </a:lnTo>
                    <a:lnTo>
                      <a:pt x="12680" y="30914"/>
                    </a:lnTo>
                    <a:lnTo>
                      <a:pt x="23788" y="42022"/>
                    </a:lnTo>
                    <a:lnTo>
                      <a:pt x="36468" y="29342"/>
                    </a:lnTo>
                    <a:lnTo>
                      <a:pt x="29342" y="22216"/>
                    </a:lnTo>
                    <a:lnTo>
                      <a:pt x="23753" y="27910"/>
                    </a:lnTo>
                    <a:lnTo>
                      <a:pt x="19771" y="23788"/>
                    </a:lnTo>
                    <a:lnTo>
                      <a:pt x="29342" y="14252"/>
                    </a:lnTo>
                    <a:lnTo>
                      <a:pt x="40415" y="25150"/>
                    </a:lnTo>
                    <a:lnTo>
                      <a:pt x="47576" y="18269"/>
                    </a:lnTo>
                    <a:lnTo>
                      <a:pt x="29342" y="0"/>
                    </a:lnTo>
                    <a:close/>
                  </a:path>
                </a:pathLst>
              </a:custGeom>
              <a:solidFill>
                <a:srgbClr val="FBEFD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>
                <a:off x="1878325" y="1486900"/>
                <a:ext cx="772850" cy="772850"/>
              </a:xfrm>
              <a:custGeom>
                <a:avLst/>
                <a:gdLst/>
                <a:ahLst/>
                <a:cxnLst/>
                <a:rect l="l" t="t" r="r" b="b"/>
                <a:pathLst>
                  <a:path w="30914" h="30914" extrusionOk="0">
                    <a:moveTo>
                      <a:pt x="23823" y="3144"/>
                    </a:moveTo>
                    <a:lnTo>
                      <a:pt x="27805" y="7126"/>
                    </a:lnTo>
                    <a:lnTo>
                      <a:pt x="7126" y="27770"/>
                    </a:lnTo>
                    <a:lnTo>
                      <a:pt x="3144" y="23788"/>
                    </a:lnTo>
                    <a:lnTo>
                      <a:pt x="23823" y="3144"/>
                    </a:lnTo>
                    <a:close/>
                    <a:moveTo>
                      <a:pt x="23788" y="0"/>
                    </a:moveTo>
                    <a:lnTo>
                      <a:pt x="0" y="23788"/>
                    </a:lnTo>
                    <a:lnTo>
                      <a:pt x="7126" y="30914"/>
                    </a:lnTo>
                    <a:lnTo>
                      <a:pt x="30914" y="7126"/>
                    </a:lnTo>
                    <a:lnTo>
                      <a:pt x="23788" y="0"/>
                    </a:lnTo>
                    <a:close/>
                  </a:path>
                </a:pathLst>
              </a:custGeom>
              <a:solidFill>
                <a:srgbClr val="FBEFD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7;p2"/>
              <p:cNvSpPr/>
              <p:nvPr/>
            </p:nvSpPr>
            <p:spPr>
              <a:xfrm>
                <a:off x="2018025" y="2042300"/>
                <a:ext cx="633150" cy="634000"/>
              </a:xfrm>
              <a:custGeom>
                <a:avLst/>
                <a:gdLst/>
                <a:ahLst/>
                <a:cxnLst/>
                <a:rect l="l" t="t" r="r" b="b"/>
                <a:pathLst>
                  <a:path w="25326" h="25360" extrusionOk="0">
                    <a:moveTo>
                      <a:pt x="18235" y="3144"/>
                    </a:moveTo>
                    <a:lnTo>
                      <a:pt x="22217" y="7126"/>
                    </a:lnTo>
                    <a:lnTo>
                      <a:pt x="7092" y="22216"/>
                    </a:lnTo>
                    <a:lnTo>
                      <a:pt x="3110" y="18234"/>
                    </a:lnTo>
                    <a:lnTo>
                      <a:pt x="18235" y="3144"/>
                    </a:lnTo>
                    <a:close/>
                    <a:moveTo>
                      <a:pt x="18200" y="0"/>
                    </a:moveTo>
                    <a:lnTo>
                      <a:pt x="1" y="18234"/>
                    </a:lnTo>
                    <a:lnTo>
                      <a:pt x="7092" y="25360"/>
                    </a:lnTo>
                    <a:lnTo>
                      <a:pt x="25326" y="7126"/>
                    </a:lnTo>
                    <a:lnTo>
                      <a:pt x="1820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2294875" y="2320000"/>
                <a:ext cx="772850" cy="634000"/>
              </a:xfrm>
              <a:custGeom>
                <a:avLst/>
                <a:gdLst/>
                <a:ahLst/>
                <a:cxnLst/>
                <a:rect l="l" t="t" r="r" b="b"/>
                <a:pathLst>
                  <a:path w="30914" h="25360" extrusionOk="0">
                    <a:moveTo>
                      <a:pt x="18234" y="3144"/>
                    </a:moveTo>
                    <a:lnTo>
                      <a:pt x="27770" y="12680"/>
                    </a:lnTo>
                    <a:lnTo>
                      <a:pt x="23788" y="16662"/>
                    </a:lnTo>
                    <a:lnTo>
                      <a:pt x="18234" y="11108"/>
                    </a:lnTo>
                    <a:lnTo>
                      <a:pt x="7126" y="22216"/>
                    </a:lnTo>
                    <a:lnTo>
                      <a:pt x="3144" y="18234"/>
                    </a:lnTo>
                    <a:lnTo>
                      <a:pt x="18234" y="3144"/>
                    </a:lnTo>
                    <a:close/>
                    <a:moveTo>
                      <a:pt x="18234" y="0"/>
                    </a:moveTo>
                    <a:lnTo>
                      <a:pt x="0" y="18234"/>
                    </a:lnTo>
                    <a:lnTo>
                      <a:pt x="7126" y="25360"/>
                    </a:lnTo>
                    <a:lnTo>
                      <a:pt x="18234" y="14252"/>
                    </a:lnTo>
                    <a:lnTo>
                      <a:pt x="23788" y="19806"/>
                    </a:lnTo>
                    <a:lnTo>
                      <a:pt x="30914" y="12645"/>
                    </a:lnTo>
                    <a:lnTo>
                      <a:pt x="182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2017175" y="3014250"/>
                <a:ext cx="624400" cy="763250"/>
              </a:xfrm>
              <a:custGeom>
                <a:avLst/>
                <a:gdLst/>
                <a:ahLst/>
                <a:cxnLst/>
                <a:rect l="l" t="t" r="r" b="b"/>
                <a:pathLst>
                  <a:path w="24976" h="30530" extrusionOk="0">
                    <a:moveTo>
                      <a:pt x="12680" y="3109"/>
                    </a:moveTo>
                    <a:lnTo>
                      <a:pt x="16662" y="7091"/>
                    </a:lnTo>
                    <a:lnTo>
                      <a:pt x="11108" y="12645"/>
                    </a:lnTo>
                    <a:lnTo>
                      <a:pt x="21867" y="23404"/>
                    </a:lnTo>
                    <a:lnTo>
                      <a:pt x="17885" y="27386"/>
                    </a:lnTo>
                    <a:lnTo>
                      <a:pt x="3144" y="12645"/>
                    </a:lnTo>
                    <a:lnTo>
                      <a:pt x="12680" y="3109"/>
                    </a:lnTo>
                    <a:close/>
                    <a:moveTo>
                      <a:pt x="12680" y="0"/>
                    </a:moveTo>
                    <a:lnTo>
                      <a:pt x="0" y="12645"/>
                    </a:lnTo>
                    <a:lnTo>
                      <a:pt x="17885" y="30530"/>
                    </a:lnTo>
                    <a:lnTo>
                      <a:pt x="24976" y="23404"/>
                    </a:lnTo>
                    <a:lnTo>
                      <a:pt x="14252" y="12680"/>
                    </a:lnTo>
                    <a:lnTo>
                      <a:pt x="19806" y="7126"/>
                    </a:lnTo>
                    <a:lnTo>
                      <a:pt x="12680" y="0"/>
                    </a:lnTo>
                    <a:close/>
                  </a:path>
                </a:pathLst>
              </a:custGeom>
              <a:solidFill>
                <a:srgbClr val="FBEFD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50;p2"/>
              <p:cNvSpPr/>
              <p:nvPr/>
            </p:nvSpPr>
            <p:spPr>
              <a:xfrm>
                <a:off x="2573425" y="2875400"/>
                <a:ext cx="494300" cy="633125"/>
              </a:xfrm>
              <a:custGeom>
                <a:avLst/>
                <a:gdLst/>
                <a:ahLst/>
                <a:cxnLst/>
                <a:rect l="l" t="t" r="r" b="b"/>
                <a:pathLst>
                  <a:path w="19772" h="25325" extrusionOk="0">
                    <a:moveTo>
                      <a:pt x="7092" y="3144"/>
                    </a:moveTo>
                    <a:lnTo>
                      <a:pt x="16628" y="12680"/>
                    </a:lnTo>
                    <a:lnTo>
                      <a:pt x="7092" y="22181"/>
                    </a:lnTo>
                    <a:lnTo>
                      <a:pt x="3110" y="18199"/>
                    </a:lnTo>
                    <a:lnTo>
                      <a:pt x="8664" y="12680"/>
                    </a:lnTo>
                    <a:lnTo>
                      <a:pt x="3110" y="7126"/>
                    </a:lnTo>
                    <a:lnTo>
                      <a:pt x="7092" y="3144"/>
                    </a:lnTo>
                    <a:close/>
                    <a:moveTo>
                      <a:pt x="7092" y="0"/>
                    </a:moveTo>
                    <a:lnTo>
                      <a:pt x="1" y="7126"/>
                    </a:lnTo>
                    <a:lnTo>
                      <a:pt x="5520" y="12680"/>
                    </a:lnTo>
                    <a:lnTo>
                      <a:pt x="1" y="18199"/>
                    </a:lnTo>
                    <a:lnTo>
                      <a:pt x="7092" y="25325"/>
                    </a:lnTo>
                    <a:lnTo>
                      <a:pt x="19772" y="12645"/>
                    </a:lnTo>
                    <a:lnTo>
                      <a:pt x="7092" y="0"/>
                    </a:lnTo>
                    <a:close/>
                  </a:path>
                </a:pathLst>
              </a:custGeom>
              <a:solidFill>
                <a:srgbClr val="FBEFD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51;p2"/>
              <p:cNvSpPr/>
              <p:nvPr/>
            </p:nvSpPr>
            <p:spPr>
              <a:xfrm>
                <a:off x="2165625" y="3985325"/>
                <a:ext cx="485550" cy="485550"/>
              </a:xfrm>
              <a:custGeom>
                <a:avLst/>
                <a:gdLst/>
                <a:ahLst/>
                <a:cxnLst/>
                <a:rect l="l" t="t" r="r" b="b"/>
                <a:pathLst>
                  <a:path w="19422" h="19422" extrusionOk="0">
                    <a:moveTo>
                      <a:pt x="12331" y="3144"/>
                    </a:moveTo>
                    <a:lnTo>
                      <a:pt x="16313" y="7126"/>
                    </a:lnTo>
                    <a:lnTo>
                      <a:pt x="7126" y="16278"/>
                    </a:lnTo>
                    <a:lnTo>
                      <a:pt x="3144" y="12296"/>
                    </a:lnTo>
                    <a:lnTo>
                      <a:pt x="12331" y="3144"/>
                    </a:lnTo>
                    <a:close/>
                    <a:moveTo>
                      <a:pt x="12296" y="0"/>
                    </a:moveTo>
                    <a:lnTo>
                      <a:pt x="0" y="12296"/>
                    </a:lnTo>
                    <a:lnTo>
                      <a:pt x="7126" y="19422"/>
                    </a:lnTo>
                    <a:lnTo>
                      <a:pt x="19422" y="7126"/>
                    </a:lnTo>
                    <a:lnTo>
                      <a:pt x="1229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4932150" y="1764600"/>
                <a:ext cx="772850" cy="772850"/>
              </a:xfrm>
              <a:custGeom>
                <a:avLst/>
                <a:gdLst/>
                <a:ahLst/>
                <a:cxnLst/>
                <a:rect l="l" t="t" r="r" b="b"/>
                <a:pathLst>
                  <a:path w="30914" h="30914" extrusionOk="0">
                    <a:moveTo>
                      <a:pt x="23788" y="3144"/>
                    </a:moveTo>
                    <a:lnTo>
                      <a:pt x="27770" y="7126"/>
                    </a:lnTo>
                    <a:lnTo>
                      <a:pt x="7126" y="27770"/>
                    </a:lnTo>
                    <a:lnTo>
                      <a:pt x="3144" y="23788"/>
                    </a:lnTo>
                    <a:lnTo>
                      <a:pt x="23788" y="3144"/>
                    </a:lnTo>
                    <a:close/>
                    <a:moveTo>
                      <a:pt x="23788" y="0"/>
                    </a:moveTo>
                    <a:lnTo>
                      <a:pt x="0" y="23788"/>
                    </a:lnTo>
                    <a:lnTo>
                      <a:pt x="7126" y="30914"/>
                    </a:lnTo>
                    <a:lnTo>
                      <a:pt x="30914" y="7126"/>
                    </a:lnTo>
                    <a:lnTo>
                      <a:pt x="23788" y="0"/>
                    </a:lnTo>
                    <a:close/>
                  </a:path>
                </a:pathLst>
              </a:custGeom>
              <a:solidFill>
                <a:srgbClr val="FBEFD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1593625" y="777800"/>
                <a:ext cx="502150" cy="519625"/>
              </a:xfrm>
              <a:custGeom>
                <a:avLst/>
                <a:gdLst/>
                <a:ahLst/>
                <a:cxnLst/>
                <a:rect l="l" t="t" r="r" b="b"/>
                <a:pathLst>
                  <a:path w="20086" h="20785" extrusionOk="0">
                    <a:moveTo>
                      <a:pt x="7127" y="3284"/>
                    </a:moveTo>
                    <a:lnTo>
                      <a:pt x="16977" y="13309"/>
                    </a:lnTo>
                    <a:lnTo>
                      <a:pt x="12925" y="17640"/>
                    </a:lnTo>
                    <a:lnTo>
                      <a:pt x="3040" y="8034"/>
                    </a:lnTo>
                    <a:lnTo>
                      <a:pt x="7127" y="3284"/>
                    </a:lnTo>
                    <a:close/>
                    <a:moveTo>
                      <a:pt x="6987" y="0"/>
                    </a:moveTo>
                    <a:lnTo>
                      <a:pt x="1" y="8174"/>
                    </a:lnTo>
                    <a:lnTo>
                      <a:pt x="13030" y="20784"/>
                    </a:lnTo>
                    <a:lnTo>
                      <a:pt x="20086" y="13274"/>
                    </a:lnTo>
                    <a:lnTo>
                      <a:pt x="6987" y="0"/>
                    </a:lnTo>
                    <a:close/>
                  </a:path>
                </a:pathLst>
              </a:custGeom>
              <a:solidFill>
                <a:srgbClr val="FBEFD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>
                <a:off x="3276425" y="4395750"/>
                <a:ext cx="1040075" cy="1055800"/>
              </a:xfrm>
              <a:custGeom>
                <a:avLst/>
                <a:gdLst/>
                <a:ahLst/>
                <a:cxnLst/>
                <a:rect l="l" t="t" r="r" b="b"/>
                <a:pathLst>
                  <a:path w="41603" h="42232" extrusionOk="0">
                    <a:moveTo>
                      <a:pt x="7126" y="3249"/>
                    </a:moveTo>
                    <a:lnTo>
                      <a:pt x="38494" y="35106"/>
                    </a:lnTo>
                    <a:lnTo>
                      <a:pt x="34477" y="39088"/>
                    </a:lnTo>
                    <a:lnTo>
                      <a:pt x="3074" y="7685"/>
                    </a:lnTo>
                    <a:lnTo>
                      <a:pt x="7126" y="3249"/>
                    </a:lnTo>
                    <a:close/>
                    <a:moveTo>
                      <a:pt x="7056" y="1"/>
                    </a:moveTo>
                    <a:lnTo>
                      <a:pt x="0" y="7755"/>
                    </a:lnTo>
                    <a:lnTo>
                      <a:pt x="34477" y="42232"/>
                    </a:lnTo>
                    <a:lnTo>
                      <a:pt x="41603" y="35141"/>
                    </a:lnTo>
                    <a:lnTo>
                      <a:pt x="7056" y="1"/>
                    </a:lnTo>
                    <a:close/>
                  </a:path>
                </a:pathLst>
              </a:custGeom>
              <a:solidFill>
                <a:srgbClr val="FBEFD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2"/>
              <p:cNvSpPr/>
              <p:nvPr/>
            </p:nvSpPr>
            <p:spPr>
              <a:xfrm>
                <a:off x="4788925" y="4263025"/>
                <a:ext cx="776350" cy="771975"/>
              </a:xfrm>
              <a:custGeom>
                <a:avLst/>
                <a:gdLst/>
                <a:ahLst/>
                <a:cxnLst/>
                <a:rect l="l" t="t" r="r" b="b"/>
                <a:pathLst>
                  <a:path w="31054" h="30879" extrusionOk="0">
                    <a:moveTo>
                      <a:pt x="7650" y="3109"/>
                    </a:moveTo>
                    <a:lnTo>
                      <a:pt x="18793" y="14252"/>
                    </a:lnTo>
                    <a:lnTo>
                      <a:pt x="23928" y="9082"/>
                    </a:lnTo>
                    <a:lnTo>
                      <a:pt x="27875" y="12890"/>
                    </a:lnTo>
                    <a:lnTo>
                      <a:pt x="12750" y="27770"/>
                    </a:lnTo>
                    <a:lnTo>
                      <a:pt x="3109" y="18234"/>
                    </a:lnTo>
                    <a:lnTo>
                      <a:pt x="8454" y="12680"/>
                    </a:lnTo>
                    <a:lnTo>
                      <a:pt x="3319" y="7161"/>
                    </a:lnTo>
                    <a:lnTo>
                      <a:pt x="7650" y="3109"/>
                    </a:lnTo>
                    <a:close/>
                    <a:moveTo>
                      <a:pt x="7685" y="0"/>
                    </a:moveTo>
                    <a:lnTo>
                      <a:pt x="175" y="7056"/>
                    </a:lnTo>
                    <a:lnTo>
                      <a:pt x="5415" y="12645"/>
                    </a:lnTo>
                    <a:lnTo>
                      <a:pt x="0" y="18234"/>
                    </a:lnTo>
                    <a:lnTo>
                      <a:pt x="12750" y="30879"/>
                    </a:lnTo>
                    <a:lnTo>
                      <a:pt x="31054" y="12855"/>
                    </a:lnTo>
                    <a:lnTo>
                      <a:pt x="23928" y="5938"/>
                    </a:lnTo>
                    <a:lnTo>
                      <a:pt x="18793" y="11108"/>
                    </a:lnTo>
                    <a:lnTo>
                      <a:pt x="768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>
                <a:off x="4788925" y="377825"/>
                <a:ext cx="776350" cy="771125"/>
              </a:xfrm>
              <a:custGeom>
                <a:avLst/>
                <a:gdLst/>
                <a:ahLst/>
                <a:cxnLst/>
                <a:rect l="l" t="t" r="r" b="b"/>
                <a:pathLst>
                  <a:path w="31054" h="30845" extrusionOk="0">
                    <a:moveTo>
                      <a:pt x="7650" y="3075"/>
                    </a:moveTo>
                    <a:lnTo>
                      <a:pt x="18793" y="14218"/>
                    </a:lnTo>
                    <a:lnTo>
                      <a:pt x="23928" y="9048"/>
                    </a:lnTo>
                    <a:lnTo>
                      <a:pt x="27875" y="12855"/>
                    </a:lnTo>
                    <a:lnTo>
                      <a:pt x="12750" y="27736"/>
                    </a:lnTo>
                    <a:lnTo>
                      <a:pt x="3109" y="18200"/>
                    </a:lnTo>
                    <a:lnTo>
                      <a:pt x="8454" y="12646"/>
                    </a:lnTo>
                    <a:lnTo>
                      <a:pt x="3319" y="7127"/>
                    </a:lnTo>
                    <a:lnTo>
                      <a:pt x="7650" y="3075"/>
                    </a:lnTo>
                    <a:close/>
                    <a:moveTo>
                      <a:pt x="7685" y="1"/>
                    </a:moveTo>
                    <a:lnTo>
                      <a:pt x="175" y="7022"/>
                    </a:lnTo>
                    <a:lnTo>
                      <a:pt x="5415" y="12611"/>
                    </a:lnTo>
                    <a:lnTo>
                      <a:pt x="0" y="18200"/>
                    </a:lnTo>
                    <a:lnTo>
                      <a:pt x="12750" y="30845"/>
                    </a:lnTo>
                    <a:lnTo>
                      <a:pt x="31054" y="12821"/>
                    </a:lnTo>
                    <a:lnTo>
                      <a:pt x="23928" y="5904"/>
                    </a:lnTo>
                    <a:lnTo>
                      <a:pt x="18793" y="11074"/>
                    </a:lnTo>
                    <a:lnTo>
                      <a:pt x="768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2433725" y="4401875"/>
                <a:ext cx="772850" cy="634000"/>
              </a:xfrm>
              <a:custGeom>
                <a:avLst/>
                <a:gdLst/>
                <a:ahLst/>
                <a:cxnLst/>
                <a:rect l="l" t="t" r="r" b="b"/>
                <a:pathLst>
                  <a:path w="30914" h="25360" extrusionOk="0">
                    <a:moveTo>
                      <a:pt x="7126" y="3144"/>
                    </a:moveTo>
                    <a:lnTo>
                      <a:pt x="18234" y="14252"/>
                    </a:lnTo>
                    <a:lnTo>
                      <a:pt x="23788" y="8698"/>
                    </a:lnTo>
                    <a:lnTo>
                      <a:pt x="27770" y="12680"/>
                    </a:lnTo>
                    <a:lnTo>
                      <a:pt x="18234" y="22216"/>
                    </a:lnTo>
                    <a:lnTo>
                      <a:pt x="3144" y="7126"/>
                    </a:lnTo>
                    <a:lnTo>
                      <a:pt x="7126" y="3144"/>
                    </a:lnTo>
                    <a:close/>
                    <a:moveTo>
                      <a:pt x="7126" y="0"/>
                    </a:moveTo>
                    <a:lnTo>
                      <a:pt x="0" y="7126"/>
                    </a:lnTo>
                    <a:lnTo>
                      <a:pt x="18234" y="25360"/>
                    </a:lnTo>
                    <a:lnTo>
                      <a:pt x="30914" y="12680"/>
                    </a:lnTo>
                    <a:lnTo>
                      <a:pt x="23788" y="5554"/>
                    </a:lnTo>
                    <a:lnTo>
                      <a:pt x="18234" y="11108"/>
                    </a:lnTo>
                    <a:lnTo>
                      <a:pt x="7126" y="0"/>
                    </a:lnTo>
                    <a:close/>
                  </a:path>
                </a:pathLst>
              </a:custGeom>
              <a:solidFill>
                <a:srgbClr val="FBEFD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4097300" y="4401875"/>
                <a:ext cx="775475" cy="910825"/>
              </a:xfrm>
              <a:custGeom>
                <a:avLst/>
                <a:gdLst/>
                <a:ahLst/>
                <a:cxnLst/>
                <a:rect l="l" t="t" r="r" b="b"/>
                <a:pathLst>
                  <a:path w="31019" h="36433" extrusionOk="0">
                    <a:moveTo>
                      <a:pt x="18304" y="3144"/>
                    </a:moveTo>
                    <a:lnTo>
                      <a:pt x="22286" y="7126"/>
                    </a:lnTo>
                    <a:lnTo>
                      <a:pt x="11213" y="18199"/>
                    </a:lnTo>
                    <a:lnTo>
                      <a:pt x="18129" y="25360"/>
                    </a:lnTo>
                    <a:lnTo>
                      <a:pt x="23544" y="19771"/>
                    </a:lnTo>
                    <a:lnTo>
                      <a:pt x="27805" y="23788"/>
                    </a:lnTo>
                    <a:lnTo>
                      <a:pt x="18129" y="33324"/>
                    </a:lnTo>
                    <a:lnTo>
                      <a:pt x="3144" y="18234"/>
                    </a:lnTo>
                    <a:lnTo>
                      <a:pt x="18304" y="3144"/>
                    </a:lnTo>
                    <a:close/>
                    <a:moveTo>
                      <a:pt x="18339" y="0"/>
                    </a:moveTo>
                    <a:lnTo>
                      <a:pt x="0" y="18234"/>
                    </a:lnTo>
                    <a:lnTo>
                      <a:pt x="18129" y="36433"/>
                    </a:lnTo>
                    <a:lnTo>
                      <a:pt x="31019" y="23753"/>
                    </a:lnTo>
                    <a:lnTo>
                      <a:pt x="23439" y="16662"/>
                    </a:lnTo>
                    <a:lnTo>
                      <a:pt x="18129" y="22181"/>
                    </a:lnTo>
                    <a:lnTo>
                      <a:pt x="14322" y="18234"/>
                    </a:lnTo>
                    <a:lnTo>
                      <a:pt x="25430" y="7126"/>
                    </a:lnTo>
                    <a:lnTo>
                      <a:pt x="18339" y="0"/>
                    </a:lnTo>
                    <a:close/>
                  </a:path>
                </a:pathLst>
              </a:custGeom>
              <a:solidFill>
                <a:srgbClr val="FBEFD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>
                <a:off x="3812600" y="238125"/>
                <a:ext cx="642750" cy="642750"/>
              </a:xfrm>
              <a:custGeom>
                <a:avLst/>
                <a:gdLst/>
                <a:ahLst/>
                <a:cxnLst/>
                <a:rect l="l" t="t" r="r" b="b"/>
                <a:pathLst>
                  <a:path w="25710" h="25710" extrusionOk="0">
                    <a:moveTo>
                      <a:pt x="18584" y="3144"/>
                    </a:moveTo>
                    <a:lnTo>
                      <a:pt x="22566" y="7126"/>
                    </a:lnTo>
                    <a:lnTo>
                      <a:pt x="7127" y="22565"/>
                    </a:lnTo>
                    <a:lnTo>
                      <a:pt x="3145" y="18583"/>
                    </a:lnTo>
                    <a:lnTo>
                      <a:pt x="18584" y="3144"/>
                    </a:lnTo>
                    <a:close/>
                    <a:moveTo>
                      <a:pt x="18584" y="0"/>
                    </a:moveTo>
                    <a:lnTo>
                      <a:pt x="1" y="18583"/>
                    </a:lnTo>
                    <a:lnTo>
                      <a:pt x="7127" y="25709"/>
                    </a:lnTo>
                    <a:lnTo>
                      <a:pt x="25710" y="7126"/>
                    </a:lnTo>
                    <a:lnTo>
                      <a:pt x="18584" y="0"/>
                    </a:lnTo>
                    <a:close/>
                  </a:path>
                </a:pathLst>
              </a:custGeom>
              <a:solidFill>
                <a:srgbClr val="FBEFD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2"/>
              <p:cNvSpPr/>
              <p:nvPr/>
            </p:nvSpPr>
            <p:spPr>
              <a:xfrm>
                <a:off x="3277300" y="509700"/>
                <a:ext cx="1039200" cy="1055800"/>
              </a:xfrm>
              <a:custGeom>
                <a:avLst/>
                <a:gdLst/>
                <a:ahLst/>
                <a:cxnLst/>
                <a:rect l="l" t="t" r="r" b="b"/>
                <a:pathLst>
                  <a:path w="41568" h="42232" extrusionOk="0">
                    <a:moveTo>
                      <a:pt x="7091" y="3249"/>
                    </a:moveTo>
                    <a:lnTo>
                      <a:pt x="38459" y="35106"/>
                    </a:lnTo>
                    <a:lnTo>
                      <a:pt x="34442" y="39088"/>
                    </a:lnTo>
                    <a:lnTo>
                      <a:pt x="3039" y="7685"/>
                    </a:lnTo>
                    <a:lnTo>
                      <a:pt x="7091" y="3249"/>
                    </a:lnTo>
                    <a:close/>
                    <a:moveTo>
                      <a:pt x="7021" y="0"/>
                    </a:moveTo>
                    <a:lnTo>
                      <a:pt x="0" y="7755"/>
                    </a:lnTo>
                    <a:lnTo>
                      <a:pt x="34442" y="42232"/>
                    </a:lnTo>
                    <a:lnTo>
                      <a:pt x="41568" y="35141"/>
                    </a:lnTo>
                    <a:lnTo>
                      <a:pt x="7021" y="0"/>
                    </a:lnTo>
                    <a:close/>
                  </a:path>
                </a:pathLst>
              </a:custGeom>
              <a:solidFill>
                <a:srgbClr val="FBEFD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2"/>
              <p:cNvSpPr/>
              <p:nvPr/>
            </p:nvSpPr>
            <p:spPr>
              <a:xfrm>
                <a:off x="1869575" y="506200"/>
                <a:ext cx="503900" cy="504775"/>
              </a:xfrm>
              <a:custGeom>
                <a:avLst/>
                <a:gdLst/>
                <a:ahLst/>
                <a:cxnLst/>
                <a:rect l="l" t="t" r="r" b="b"/>
                <a:pathLst>
                  <a:path w="20156" h="20191" extrusionOk="0">
                    <a:moveTo>
                      <a:pt x="7127" y="3145"/>
                    </a:moveTo>
                    <a:lnTo>
                      <a:pt x="17012" y="13065"/>
                    </a:lnTo>
                    <a:lnTo>
                      <a:pt x="13030" y="17047"/>
                    </a:lnTo>
                    <a:lnTo>
                      <a:pt x="3145" y="7127"/>
                    </a:lnTo>
                    <a:lnTo>
                      <a:pt x="7127" y="3145"/>
                    </a:lnTo>
                    <a:close/>
                    <a:moveTo>
                      <a:pt x="7127" y="1"/>
                    </a:moveTo>
                    <a:lnTo>
                      <a:pt x="1" y="7127"/>
                    </a:lnTo>
                    <a:lnTo>
                      <a:pt x="13030" y="20191"/>
                    </a:lnTo>
                    <a:lnTo>
                      <a:pt x="20156" y="13065"/>
                    </a:lnTo>
                    <a:lnTo>
                      <a:pt x="7127" y="1"/>
                    </a:lnTo>
                    <a:close/>
                  </a:path>
                </a:pathLst>
              </a:custGeom>
              <a:solidFill>
                <a:srgbClr val="FBEFD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2"/>
              <p:cNvSpPr/>
              <p:nvPr/>
            </p:nvSpPr>
            <p:spPr>
              <a:xfrm>
                <a:off x="1869575" y="4392250"/>
                <a:ext cx="503900" cy="504775"/>
              </a:xfrm>
              <a:custGeom>
                <a:avLst/>
                <a:gdLst/>
                <a:ahLst/>
                <a:cxnLst/>
                <a:rect l="l" t="t" r="r" b="b"/>
                <a:pathLst>
                  <a:path w="20156" h="20191" extrusionOk="0">
                    <a:moveTo>
                      <a:pt x="7127" y="3145"/>
                    </a:moveTo>
                    <a:lnTo>
                      <a:pt x="17012" y="13065"/>
                    </a:lnTo>
                    <a:lnTo>
                      <a:pt x="13030" y="17047"/>
                    </a:lnTo>
                    <a:lnTo>
                      <a:pt x="3145" y="7127"/>
                    </a:lnTo>
                    <a:lnTo>
                      <a:pt x="7127" y="3145"/>
                    </a:lnTo>
                    <a:close/>
                    <a:moveTo>
                      <a:pt x="7127" y="1"/>
                    </a:moveTo>
                    <a:lnTo>
                      <a:pt x="1" y="7127"/>
                    </a:lnTo>
                    <a:lnTo>
                      <a:pt x="13030" y="20191"/>
                    </a:lnTo>
                    <a:lnTo>
                      <a:pt x="20156" y="13065"/>
                    </a:lnTo>
                    <a:lnTo>
                      <a:pt x="7127" y="1"/>
                    </a:lnTo>
                    <a:close/>
                  </a:path>
                </a:pathLst>
              </a:custGeom>
              <a:solidFill>
                <a:srgbClr val="FBEFD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2"/>
              <p:cNvSpPr/>
              <p:nvPr/>
            </p:nvSpPr>
            <p:spPr>
              <a:xfrm>
                <a:off x="5348700" y="2745275"/>
                <a:ext cx="763250" cy="763250"/>
              </a:xfrm>
              <a:custGeom>
                <a:avLst/>
                <a:gdLst/>
                <a:ahLst/>
                <a:cxnLst/>
                <a:rect l="l" t="t" r="r" b="b"/>
                <a:pathLst>
                  <a:path w="30530" h="30530" extrusionOk="0">
                    <a:moveTo>
                      <a:pt x="23404" y="3144"/>
                    </a:moveTo>
                    <a:lnTo>
                      <a:pt x="27386" y="7126"/>
                    </a:lnTo>
                    <a:lnTo>
                      <a:pt x="7126" y="27386"/>
                    </a:lnTo>
                    <a:lnTo>
                      <a:pt x="3144" y="23404"/>
                    </a:lnTo>
                    <a:lnTo>
                      <a:pt x="23404" y="3144"/>
                    </a:lnTo>
                    <a:close/>
                    <a:moveTo>
                      <a:pt x="23404" y="0"/>
                    </a:moveTo>
                    <a:lnTo>
                      <a:pt x="0" y="23404"/>
                    </a:lnTo>
                    <a:lnTo>
                      <a:pt x="7126" y="30530"/>
                    </a:lnTo>
                    <a:lnTo>
                      <a:pt x="30530" y="7126"/>
                    </a:lnTo>
                    <a:lnTo>
                      <a:pt x="23404" y="0"/>
                    </a:lnTo>
                    <a:close/>
                  </a:path>
                </a:pathLst>
              </a:custGeom>
              <a:solidFill>
                <a:srgbClr val="FBEFD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2"/>
              <p:cNvSpPr/>
              <p:nvPr/>
            </p:nvSpPr>
            <p:spPr>
              <a:xfrm>
                <a:off x="4932150" y="1764600"/>
                <a:ext cx="772850" cy="772850"/>
              </a:xfrm>
              <a:custGeom>
                <a:avLst/>
                <a:gdLst/>
                <a:ahLst/>
                <a:cxnLst/>
                <a:rect l="l" t="t" r="r" b="b"/>
                <a:pathLst>
                  <a:path w="30914" h="30914" extrusionOk="0">
                    <a:moveTo>
                      <a:pt x="23788" y="3144"/>
                    </a:moveTo>
                    <a:lnTo>
                      <a:pt x="27770" y="7126"/>
                    </a:lnTo>
                    <a:lnTo>
                      <a:pt x="7126" y="27770"/>
                    </a:lnTo>
                    <a:lnTo>
                      <a:pt x="3144" y="23788"/>
                    </a:lnTo>
                    <a:lnTo>
                      <a:pt x="23788" y="3144"/>
                    </a:lnTo>
                    <a:close/>
                    <a:moveTo>
                      <a:pt x="23788" y="0"/>
                    </a:moveTo>
                    <a:lnTo>
                      <a:pt x="0" y="23788"/>
                    </a:lnTo>
                    <a:lnTo>
                      <a:pt x="7126" y="30914"/>
                    </a:lnTo>
                    <a:lnTo>
                      <a:pt x="30914" y="7126"/>
                    </a:lnTo>
                    <a:lnTo>
                      <a:pt x="23788" y="0"/>
                    </a:lnTo>
                    <a:close/>
                  </a:path>
                </a:pathLst>
              </a:custGeom>
              <a:solidFill>
                <a:srgbClr val="FBEFD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65;p2"/>
              <p:cNvSpPr/>
              <p:nvPr/>
            </p:nvSpPr>
            <p:spPr>
              <a:xfrm>
                <a:off x="5209850" y="2191625"/>
                <a:ext cx="634875" cy="762375"/>
              </a:xfrm>
              <a:custGeom>
                <a:avLst/>
                <a:gdLst/>
                <a:ahLst/>
                <a:cxnLst/>
                <a:rect l="l" t="t" r="r" b="b"/>
                <a:pathLst>
                  <a:path w="25395" h="30495" extrusionOk="0">
                    <a:moveTo>
                      <a:pt x="18234" y="3074"/>
                    </a:moveTo>
                    <a:lnTo>
                      <a:pt x="22146" y="6707"/>
                    </a:lnTo>
                    <a:lnTo>
                      <a:pt x="16662" y="12051"/>
                    </a:lnTo>
                    <a:lnTo>
                      <a:pt x="22216" y="17780"/>
                    </a:lnTo>
                    <a:lnTo>
                      <a:pt x="12680" y="27351"/>
                    </a:lnTo>
                    <a:lnTo>
                      <a:pt x="3144" y="17815"/>
                    </a:lnTo>
                    <a:lnTo>
                      <a:pt x="18234" y="3074"/>
                    </a:lnTo>
                    <a:close/>
                    <a:moveTo>
                      <a:pt x="18234" y="0"/>
                    </a:moveTo>
                    <a:lnTo>
                      <a:pt x="0" y="17815"/>
                    </a:lnTo>
                    <a:lnTo>
                      <a:pt x="12680" y="30495"/>
                    </a:lnTo>
                    <a:lnTo>
                      <a:pt x="25360" y="17850"/>
                    </a:lnTo>
                    <a:lnTo>
                      <a:pt x="19806" y="12121"/>
                    </a:lnTo>
                    <a:lnTo>
                      <a:pt x="25395" y="6707"/>
                    </a:lnTo>
                    <a:lnTo>
                      <a:pt x="18234" y="0"/>
                    </a:lnTo>
                    <a:close/>
                  </a:path>
                </a:pathLst>
              </a:custGeom>
              <a:solidFill>
                <a:srgbClr val="FBEFD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2"/>
              <p:cNvSpPr/>
              <p:nvPr/>
            </p:nvSpPr>
            <p:spPr>
              <a:xfrm>
                <a:off x="5209850" y="1079950"/>
                <a:ext cx="1049675" cy="772875"/>
              </a:xfrm>
              <a:custGeom>
                <a:avLst/>
                <a:gdLst/>
                <a:ahLst/>
                <a:cxnLst/>
                <a:rect l="l" t="t" r="r" b="b"/>
                <a:pathLst>
                  <a:path w="41987" h="30915" extrusionOk="0">
                    <a:moveTo>
                      <a:pt x="7126" y="3144"/>
                    </a:moveTo>
                    <a:lnTo>
                      <a:pt x="23788" y="19806"/>
                    </a:lnTo>
                    <a:lnTo>
                      <a:pt x="34861" y="8698"/>
                    </a:lnTo>
                    <a:lnTo>
                      <a:pt x="38843" y="12680"/>
                    </a:lnTo>
                    <a:lnTo>
                      <a:pt x="23788" y="27770"/>
                    </a:lnTo>
                    <a:lnTo>
                      <a:pt x="3144" y="7126"/>
                    </a:lnTo>
                    <a:lnTo>
                      <a:pt x="7126" y="3144"/>
                    </a:lnTo>
                    <a:close/>
                    <a:moveTo>
                      <a:pt x="7126" y="0"/>
                    </a:moveTo>
                    <a:lnTo>
                      <a:pt x="0" y="7126"/>
                    </a:lnTo>
                    <a:lnTo>
                      <a:pt x="23788" y="30914"/>
                    </a:lnTo>
                    <a:lnTo>
                      <a:pt x="41987" y="12680"/>
                    </a:lnTo>
                    <a:lnTo>
                      <a:pt x="34861" y="5554"/>
                    </a:lnTo>
                    <a:lnTo>
                      <a:pt x="23788" y="16662"/>
                    </a:lnTo>
                    <a:lnTo>
                      <a:pt x="7126" y="0"/>
                    </a:lnTo>
                    <a:close/>
                  </a:path>
                </a:pathLst>
              </a:custGeom>
              <a:solidFill>
                <a:srgbClr val="FBEFD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2"/>
              <p:cNvSpPr/>
              <p:nvPr/>
            </p:nvSpPr>
            <p:spPr>
              <a:xfrm>
                <a:off x="5071000" y="3429925"/>
                <a:ext cx="1189400" cy="1050550"/>
              </a:xfrm>
              <a:custGeom>
                <a:avLst/>
                <a:gdLst/>
                <a:ahLst/>
                <a:cxnLst/>
                <a:rect l="l" t="t" r="r" b="b"/>
                <a:pathLst>
                  <a:path w="47576" h="42022" extrusionOk="0">
                    <a:moveTo>
                      <a:pt x="29342" y="3144"/>
                    </a:moveTo>
                    <a:lnTo>
                      <a:pt x="44397" y="18199"/>
                    </a:lnTo>
                    <a:lnTo>
                      <a:pt x="40450" y="22042"/>
                    </a:lnTo>
                    <a:lnTo>
                      <a:pt x="29342" y="11108"/>
                    </a:lnTo>
                    <a:lnTo>
                      <a:pt x="16662" y="23788"/>
                    </a:lnTo>
                    <a:lnTo>
                      <a:pt x="23753" y="31124"/>
                    </a:lnTo>
                    <a:lnTo>
                      <a:pt x="29342" y="25360"/>
                    </a:lnTo>
                    <a:lnTo>
                      <a:pt x="33324" y="29342"/>
                    </a:lnTo>
                    <a:lnTo>
                      <a:pt x="23788" y="38878"/>
                    </a:lnTo>
                    <a:lnTo>
                      <a:pt x="12680" y="27770"/>
                    </a:lnTo>
                    <a:lnTo>
                      <a:pt x="7126" y="33324"/>
                    </a:lnTo>
                    <a:lnTo>
                      <a:pt x="3144" y="29342"/>
                    </a:lnTo>
                    <a:lnTo>
                      <a:pt x="29342" y="3144"/>
                    </a:lnTo>
                    <a:close/>
                    <a:moveTo>
                      <a:pt x="29342" y="0"/>
                    </a:moveTo>
                    <a:lnTo>
                      <a:pt x="0" y="29342"/>
                    </a:lnTo>
                    <a:lnTo>
                      <a:pt x="7126" y="36468"/>
                    </a:lnTo>
                    <a:lnTo>
                      <a:pt x="12680" y="30914"/>
                    </a:lnTo>
                    <a:lnTo>
                      <a:pt x="23788" y="42022"/>
                    </a:lnTo>
                    <a:lnTo>
                      <a:pt x="36468" y="29342"/>
                    </a:lnTo>
                    <a:lnTo>
                      <a:pt x="29342" y="22216"/>
                    </a:lnTo>
                    <a:lnTo>
                      <a:pt x="23788" y="27910"/>
                    </a:lnTo>
                    <a:lnTo>
                      <a:pt x="19771" y="23788"/>
                    </a:lnTo>
                    <a:lnTo>
                      <a:pt x="29342" y="14252"/>
                    </a:lnTo>
                    <a:lnTo>
                      <a:pt x="40415" y="25150"/>
                    </a:lnTo>
                    <a:lnTo>
                      <a:pt x="47576" y="18269"/>
                    </a:lnTo>
                    <a:lnTo>
                      <a:pt x="29342" y="0"/>
                    </a:lnTo>
                    <a:close/>
                  </a:path>
                </a:pathLst>
              </a:custGeom>
              <a:solidFill>
                <a:srgbClr val="FBEFD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2"/>
              <p:cNvSpPr/>
              <p:nvPr/>
            </p:nvSpPr>
            <p:spPr>
              <a:xfrm>
                <a:off x="5765250" y="1486900"/>
                <a:ext cx="771975" cy="772850"/>
              </a:xfrm>
              <a:custGeom>
                <a:avLst/>
                <a:gdLst/>
                <a:ahLst/>
                <a:cxnLst/>
                <a:rect l="l" t="t" r="r" b="b"/>
                <a:pathLst>
                  <a:path w="30879" h="30914" extrusionOk="0">
                    <a:moveTo>
                      <a:pt x="23788" y="3144"/>
                    </a:moveTo>
                    <a:lnTo>
                      <a:pt x="27770" y="7126"/>
                    </a:lnTo>
                    <a:lnTo>
                      <a:pt x="7091" y="27770"/>
                    </a:lnTo>
                    <a:lnTo>
                      <a:pt x="3144" y="23788"/>
                    </a:lnTo>
                    <a:lnTo>
                      <a:pt x="23788" y="3144"/>
                    </a:lnTo>
                    <a:close/>
                    <a:moveTo>
                      <a:pt x="23753" y="0"/>
                    </a:moveTo>
                    <a:lnTo>
                      <a:pt x="0" y="23788"/>
                    </a:lnTo>
                    <a:lnTo>
                      <a:pt x="7091" y="30914"/>
                    </a:lnTo>
                    <a:lnTo>
                      <a:pt x="30879" y="7126"/>
                    </a:lnTo>
                    <a:lnTo>
                      <a:pt x="23753" y="0"/>
                    </a:lnTo>
                    <a:close/>
                  </a:path>
                </a:pathLst>
              </a:custGeom>
              <a:solidFill>
                <a:srgbClr val="FBEFD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2"/>
              <p:cNvSpPr/>
              <p:nvPr/>
            </p:nvSpPr>
            <p:spPr>
              <a:xfrm>
                <a:off x="5479675" y="777800"/>
                <a:ext cx="502150" cy="519625"/>
              </a:xfrm>
              <a:custGeom>
                <a:avLst/>
                <a:gdLst/>
                <a:ahLst/>
                <a:cxnLst/>
                <a:rect l="l" t="t" r="r" b="b"/>
                <a:pathLst>
                  <a:path w="20086" h="20785" extrusionOk="0">
                    <a:moveTo>
                      <a:pt x="7127" y="3284"/>
                    </a:moveTo>
                    <a:lnTo>
                      <a:pt x="16977" y="13309"/>
                    </a:lnTo>
                    <a:lnTo>
                      <a:pt x="12925" y="17640"/>
                    </a:lnTo>
                    <a:lnTo>
                      <a:pt x="3040" y="8034"/>
                    </a:lnTo>
                    <a:lnTo>
                      <a:pt x="7127" y="3284"/>
                    </a:lnTo>
                    <a:close/>
                    <a:moveTo>
                      <a:pt x="6987" y="0"/>
                    </a:moveTo>
                    <a:lnTo>
                      <a:pt x="1" y="8174"/>
                    </a:lnTo>
                    <a:lnTo>
                      <a:pt x="13030" y="20784"/>
                    </a:lnTo>
                    <a:lnTo>
                      <a:pt x="20086" y="13274"/>
                    </a:lnTo>
                    <a:lnTo>
                      <a:pt x="6987" y="0"/>
                    </a:lnTo>
                    <a:close/>
                  </a:path>
                </a:pathLst>
              </a:custGeom>
              <a:solidFill>
                <a:srgbClr val="FBEFD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2"/>
              <p:cNvSpPr/>
              <p:nvPr/>
            </p:nvSpPr>
            <p:spPr>
              <a:xfrm>
                <a:off x="5755625" y="506200"/>
                <a:ext cx="503900" cy="504775"/>
              </a:xfrm>
              <a:custGeom>
                <a:avLst/>
                <a:gdLst/>
                <a:ahLst/>
                <a:cxnLst/>
                <a:rect l="l" t="t" r="r" b="b"/>
                <a:pathLst>
                  <a:path w="20156" h="20191" extrusionOk="0">
                    <a:moveTo>
                      <a:pt x="7127" y="3145"/>
                    </a:moveTo>
                    <a:lnTo>
                      <a:pt x="17012" y="13065"/>
                    </a:lnTo>
                    <a:lnTo>
                      <a:pt x="13030" y="17047"/>
                    </a:lnTo>
                    <a:lnTo>
                      <a:pt x="3145" y="7127"/>
                    </a:lnTo>
                    <a:lnTo>
                      <a:pt x="7127" y="3145"/>
                    </a:lnTo>
                    <a:close/>
                    <a:moveTo>
                      <a:pt x="7127" y="1"/>
                    </a:moveTo>
                    <a:lnTo>
                      <a:pt x="1" y="7127"/>
                    </a:lnTo>
                    <a:lnTo>
                      <a:pt x="13030" y="20191"/>
                    </a:lnTo>
                    <a:lnTo>
                      <a:pt x="20156" y="13065"/>
                    </a:lnTo>
                    <a:lnTo>
                      <a:pt x="7127" y="1"/>
                    </a:lnTo>
                    <a:close/>
                  </a:path>
                </a:pathLst>
              </a:custGeom>
              <a:solidFill>
                <a:srgbClr val="FBEFD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71;p2"/>
              <p:cNvSpPr/>
              <p:nvPr/>
            </p:nvSpPr>
            <p:spPr>
              <a:xfrm>
                <a:off x="5755625" y="4392250"/>
                <a:ext cx="503900" cy="504775"/>
              </a:xfrm>
              <a:custGeom>
                <a:avLst/>
                <a:gdLst/>
                <a:ahLst/>
                <a:cxnLst/>
                <a:rect l="l" t="t" r="r" b="b"/>
                <a:pathLst>
                  <a:path w="20156" h="20191" extrusionOk="0">
                    <a:moveTo>
                      <a:pt x="7127" y="3145"/>
                    </a:moveTo>
                    <a:lnTo>
                      <a:pt x="17012" y="13065"/>
                    </a:lnTo>
                    <a:lnTo>
                      <a:pt x="13030" y="17047"/>
                    </a:lnTo>
                    <a:lnTo>
                      <a:pt x="3145" y="7127"/>
                    </a:lnTo>
                    <a:lnTo>
                      <a:pt x="7127" y="3145"/>
                    </a:lnTo>
                    <a:close/>
                    <a:moveTo>
                      <a:pt x="7127" y="1"/>
                    </a:moveTo>
                    <a:lnTo>
                      <a:pt x="1" y="7127"/>
                    </a:lnTo>
                    <a:lnTo>
                      <a:pt x="13030" y="20191"/>
                    </a:lnTo>
                    <a:lnTo>
                      <a:pt x="20156" y="13065"/>
                    </a:lnTo>
                    <a:lnTo>
                      <a:pt x="7127" y="1"/>
                    </a:lnTo>
                    <a:close/>
                  </a:path>
                </a:pathLst>
              </a:custGeom>
              <a:solidFill>
                <a:srgbClr val="FBEFD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>
                <a:off x="2433725" y="515825"/>
                <a:ext cx="772850" cy="634000"/>
              </a:xfrm>
              <a:custGeom>
                <a:avLst/>
                <a:gdLst/>
                <a:ahLst/>
                <a:cxnLst/>
                <a:rect l="l" t="t" r="r" b="b"/>
                <a:pathLst>
                  <a:path w="30914" h="25360" extrusionOk="0">
                    <a:moveTo>
                      <a:pt x="7126" y="3144"/>
                    </a:moveTo>
                    <a:lnTo>
                      <a:pt x="18234" y="14252"/>
                    </a:lnTo>
                    <a:lnTo>
                      <a:pt x="23788" y="8698"/>
                    </a:lnTo>
                    <a:lnTo>
                      <a:pt x="27770" y="12680"/>
                    </a:lnTo>
                    <a:lnTo>
                      <a:pt x="18234" y="22216"/>
                    </a:lnTo>
                    <a:lnTo>
                      <a:pt x="3144" y="7126"/>
                    </a:lnTo>
                    <a:lnTo>
                      <a:pt x="7126" y="3144"/>
                    </a:lnTo>
                    <a:close/>
                    <a:moveTo>
                      <a:pt x="7126" y="0"/>
                    </a:moveTo>
                    <a:lnTo>
                      <a:pt x="0" y="7126"/>
                    </a:lnTo>
                    <a:lnTo>
                      <a:pt x="18234" y="25360"/>
                    </a:lnTo>
                    <a:lnTo>
                      <a:pt x="30914" y="12680"/>
                    </a:lnTo>
                    <a:lnTo>
                      <a:pt x="23788" y="5554"/>
                    </a:lnTo>
                    <a:lnTo>
                      <a:pt x="18234" y="11108"/>
                    </a:lnTo>
                    <a:lnTo>
                      <a:pt x="7126" y="0"/>
                    </a:lnTo>
                    <a:close/>
                  </a:path>
                </a:pathLst>
              </a:custGeom>
              <a:solidFill>
                <a:srgbClr val="FBEFD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>
                <a:off x="4097300" y="515825"/>
                <a:ext cx="775475" cy="910825"/>
              </a:xfrm>
              <a:custGeom>
                <a:avLst/>
                <a:gdLst/>
                <a:ahLst/>
                <a:cxnLst/>
                <a:rect l="l" t="t" r="r" b="b"/>
                <a:pathLst>
                  <a:path w="31019" h="36433" extrusionOk="0">
                    <a:moveTo>
                      <a:pt x="18304" y="3144"/>
                    </a:moveTo>
                    <a:lnTo>
                      <a:pt x="22286" y="7126"/>
                    </a:lnTo>
                    <a:lnTo>
                      <a:pt x="11213" y="18199"/>
                    </a:lnTo>
                    <a:lnTo>
                      <a:pt x="18129" y="25360"/>
                    </a:lnTo>
                    <a:lnTo>
                      <a:pt x="23544" y="19771"/>
                    </a:lnTo>
                    <a:lnTo>
                      <a:pt x="27805" y="23788"/>
                    </a:lnTo>
                    <a:lnTo>
                      <a:pt x="18129" y="33324"/>
                    </a:lnTo>
                    <a:lnTo>
                      <a:pt x="3144" y="18234"/>
                    </a:lnTo>
                    <a:lnTo>
                      <a:pt x="18304" y="3144"/>
                    </a:lnTo>
                    <a:close/>
                    <a:moveTo>
                      <a:pt x="18339" y="0"/>
                    </a:moveTo>
                    <a:lnTo>
                      <a:pt x="0" y="18234"/>
                    </a:lnTo>
                    <a:lnTo>
                      <a:pt x="18129" y="36433"/>
                    </a:lnTo>
                    <a:lnTo>
                      <a:pt x="31019" y="23753"/>
                    </a:lnTo>
                    <a:lnTo>
                      <a:pt x="23439" y="16662"/>
                    </a:lnTo>
                    <a:lnTo>
                      <a:pt x="18129" y="22181"/>
                    </a:lnTo>
                    <a:lnTo>
                      <a:pt x="14322" y="18234"/>
                    </a:lnTo>
                    <a:lnTo>
                      <a:pt x="25430" y="7126"/>
                    </a:lnTo>
                    <a:lnTo>
                      <a:pt x="18339" y="0"/>
                    </a:lnTo>
                    <a:close/>
                  </a:path>
                </a:pathLst>
              </a:custGeom>
              <a:solidFill>
                <a:srgbClr val="FBEFD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>
                <a:off x="2294875" y="932375"/>
                <a:ext cx="911700" cy="771975"/>
              </a:xfrm>
              <a:custGeom>
                <a:avLst/>
                <a:gdLst/>
                <a:ahLst/>
                <a:cxnLst/>
                <a:rect l="l" t="t" r="r" b="b"/>
                <a:pathLst>
                  <a:path w="36468" h="30879" extrusionOk="0">
                    <a:moveTo>
                      <a:pt x="7126" y="3144"/>
                    </a:moveTo>
                    <a:lnTo>
                      <a:pt x="23788" y="19771"/>
                    </a:lnTo>
                    <a:lnTo>
                      <a:pt x="29342" y="14217"/>
                    </a:lnTo>
                    <a:lnTo>
                      <a:pt x="33324" y="18199"/>
                    </a:lnTo>
                    <a:lnTo>
                      <a:pt x="23788" y="27735"/>
                    </a:lnTo>
                    <a:lnTo>
                      <a:pt x="3144" y="7126"/>
                    </a:lnTo>
                    <a:lnTo>
                      <a:pt x="7126" y="3144"/>
                    </a:lnTo>
                    <a:close/>
                    <a:moveTo>
                      <a:pt x="7126" y="0"/>
                    </a:moveTo>
                    <a:lnTo>
                      <a:pt x="0" y="7126"/>
                    </a:lnTo>
                    <a:lnTo>
                      <a:pt x="23788" y="30879"/>
                    </a:lnTo>
                    <a:lnTo>
                      <a:pt x="36468" y="18199"/>
                    </a:lnTo>
                    <a:lnTo>
                      <a:pt x="29342" y="11108"/>
                    </a:lnTo>
                    <a:lnTo>
                      <a:pt x="23788" y="16627"/>
                    </a:lnTo>
                    <a:lnTo>
                      <a:pt x="7126" y="0"/>
                    </a:lnTo>
                    <a:close/>
                  </a:path>
                </a:pathLst>
              </a:custGeom>
              <a:solidFill>
                <a:srgbClr val="FBEFD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2"/>
              <p:cNvSpPr/>
              <p:nvPr/>
            </p:nvSpPr>
            <p:spPr>
              <a:xfrm>
                <a:off x="1462625" y="2745275"/>
                <a:ext cx="763275" cy="763250"/>
              </a:xfrm>
              <a:custGeom>
                <a:avLst/>
                <a:gdLst/>
                <a:ahLst/>
                <a:cxnLst/>
                <a:rect l="l" t="t" r="r" b="b"/>
                <a:pathLst>
                  <a:path w="30531" h="30530" extrusionOk="0">
                    <a:moveTo>
                      <a:pt x="23405" y="3144"/>
                    </a:moveTo>
                    <a:lnTo>
                      <a:pt x="27387" y="7126"/>
                    </a:lnTo>
                    <a:lnTo>
                      <a:pt x="7127" y="27386"/>
                    </a:lnTo>
                    <a:lnTo>
                      <a:pt x="3145" y="23404"/>
                    </a:lnTo>
                    <a:lnTo>
                      <a:pt x="23405" y="3144"/>
                    </a:lnTo>
                    <a:close/>
                    <a:moveTo>
                      <a:pt x="23405" y="0"/>
                    </a:moveTo>
                    <a:lnTo>
                      <a:pt x="1" y="23404"/>
                    </a:lnTo>
                    <a:lnTo>
                      <a:pt x="7127" y="30530"/>
                    </a:lnTo>
                    <a:lnTo>
                      <a:pt x="30531" y="7126"/>
                    </a:lnTo>
                    <a:lnTo>
                      <a:pt x="23405" y="0"/>
                    </a:lnTo>
                    <a:close/>
                  </a:path>
                </a:pathLst>
              </a:custGeom>
              <a:solidFill>
                <a:srgbClr val="FBEFD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2"/>
              <p:cNvSpPr/>
              <p:nvPr/>
            </p:nvSpPr>
            <p:spPr>
              <a:xfrm>
                <a:off x="1323775" y="2191625"/>
                <a:ext cx="634900" cy="762375"/>
              </a:xfrm>
              <a:custGeom>
                <a:avLst/>
                <a:gdLst/>
                <a:ahLst/>
                <a:cxnLst/>
                <a:rect l="l" t="t" r="r" b="b"/>
                <a:pathLst>
                  <a:path w="25396" h="30495" extrusionOk="0">
                    <a:moveTo>
                      <a:pt x="18235" y="3074"/>
                    </a:moveTo>
                    <a:lnTo>
                      <a:pt x="22147" y="6707"/>
                    </a:lnTo>
                    <a:lnTo>
                      <a:pt x="16663" y="12051"/>
                    </a:lnTo>
                    <a:lnTo>
                      <a:pt x="22217" y="17780"/>
                    </a:lnTo>
                    <a:lnTo>
                      <a:pt x="12681" y="27351"/>
                    </a:lnTo>
                    <a:lnTo>
                      <a:pt x="3145" y="17815"/>
                    </a:lnTo>
                    <a:lnTo>
                      <a:pt x="18235" y="3074"/>
                    </a:lnTo>
                    <a:close/>
                    <a:moveTo>
                      <a:pt x="18200" y="0"/>
                    </a:moveTo>
                    <a:lnTo>
                      <a:pt x="1" y="17815"/>
                    </a:lnTo>
                    <a:lnTo>
                      <a:pt x="12681" y="30495"/>
                    </a:lnTo>
                    <a:lnTo>
                      <a:pt x="25361" y="17850"/>
                    </a:lnTo>
                    <a:lnTo>
                      <a:pt x="19807" y="12121"/>
                    </a:lnTo>
                    <a:lnTo>
                      <a:pt x="25396" y="6707"/>
                    </a:lnTo>
                    <a:lnTo>
                      <a:pt x="18200" y="0"/>
                    </a:lnTo>
                    <a:close/>
                  </a:path>
                </a:pathLst>
              </a:custGeom>
              <a:solidFill>
                <a:srgbClr val="FBEFD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2"/>
              <p:cNvSpPr/>
              <p:nvPr/>
            </p:nvSpPr>
            <p:spPr>
              <a:xfrm>
                <a:off x="1323775" y="1079950"/>
                <a:ext cx="1049700" cy="772875"/>
              </a:xfrm>
              <a:custGeom>
                <a:avLst/>
                <a:gdLst/>
                <a:ahLst/>
                <a:cxnLst/>
                <a:rect l="l" t="t" r="r" b="b"/>
                <a:pathLst>
                  <a:path w="41988" h="30915" extrusionOk="0">
                    <a:moveTo>
                      <a:pt x="7127" y="3144"/>
                    </a:moveTo>
                    <a:lnTo>
                      <a:pt x="23789" y="19806"/>
                    </a:lnTo>
                    <a:lnTo>
                      <a:pt x="34862" y="8698"/>
                    </a:lnTo>
                    <a:lnTo>
                      <a:pt x="38844" y="12680"/>
                    </a:lnTo>
                    <a:lnTo>
                      <a:pt x="23789" y="27770"/>
                    </a:lnTo>
                    <a:lnTo>
                      <a:pt x="3145" y="7126"/>
                    </a:lnTo>
                    <a:lnTo>
                      <a:pt x="7127" y="3144"/>
                    </a:lnTo>
                    <a:close/>
                    <a:moveTo>
                      <a:pt x="7127" y="0"/>
                    </a:moveTo>
                    <a:lnTo>
                      <a:pt x="1" y="7126"/>
                    </a:lnTo>
                    <a:lnTo>
                      <a:pt x="23789" y="30914"/>
                    </a:lnTo>
                    <a:lnTo>
                      <a:pt x="41988" y="12680"/>
                    </a:lnTo>
                    <a:lnTo>
                      <a:pt x="34862" y="5554"/>
                    </a:lnTo>
                    <a:lnTo>
                      <a:pt x="23789" y="16662"/>
                    </a:lnTo>
                    <a:lnTo>
                      <a:pt x="7127" y="0"/>
                    </a:lnTo>
                    <a:close/>
                  </a:path>
                </a:pathLst>
              </a:custGeom>
              <a:solidFill>
                <a:srgbClr val="FBEFD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2"/>
              <p:cNvSpPr/>
              <p:nvPr/>
            </p:nvSpPr>
            <p:spPr>
              <a:xfrm>
                <a:off x="1184950" y="3429925"/>
                <a:ext cx="1189400" cy="1050550"/>
              </a:xfrm>
              <a:custGeom>
                <a:avLst/>
                <a:gdLst/>
                <a:ahLst/>
                <a:cxnLst/>
                <a:rect l="l" t="t" r="r" b="b"/>
                <a:pathLst>
                  <a:path w="47576" h="42022" extrusionOk="0">
                    <a:moveTo>
                      <a:pt x="29342" y="3144"/>
                    </a:moveTo>
                    <a:lnTo>
                      <a:pt x="44397" y="18199"/>
                    </a:lnTo>
                    <a:lnTo>
                      <a:pt x="40450" y="22042"/>
                    </a:lnTo>
                    <a:lnTo>
                      <a:pt x="29342" y="11108"/>
                    </a:lnTo>
                    <a:lnTo>
                      <a:pt x="16662" y="23788"/>
                    </a:lnTo>
                    <a:lnTo>
                      <a:pt x="23753" y="31124"/>
                    </a:lnTo>
                    <a:lnTo>
                      <a:pt x="29342" y="25360"/>
                    </a:lnTo>
                    <a:lnTo>
                      <a:pt x="33324" y="29342"/>
                    </a:lnTo>
                    <a:lnTo>
                      <a:pt x="23788" y="38878"/>
                    </a:lnTo>
                    <a:lnTo>
                      <a:pt x="12680" y="27770"/>
                    </a:lnTo>
                    <a:lnTo>
                      <a:pt x="7126" y="33324"/>
                    </a:lnTo>
                    <a:lnTo>
                      <a:pt x="3109" y="29342"/>
                    </a:lnTo>
                    <a:lnTo>
                      <a:pt x="29342" y="3144"/>
                    </a:lnTo>
                    <a:close/>
                    <a:moveTo>
                      <a:pt x="29342" y="0"/>
                    </a:moveTo>
                    <a:lnTo>
                      <a:pt x="0" y="29342"/>
                    </a:lnTo>
                    <a:lnTo>
                      <a:pt x="7126" y="36468"/>
                    </a:lnTo>
                    <a:lnTo>
                      <a:pt x="12680" y="30914"/>
                    </a:lnTo>
                    <a:lnTo>
                      <a:pt x="23788" y="42022"/>
                    </a:lnTo>
                    <a:lnTo>
                      <a:pt x="36468" y="29342"/>
                    </a:lnTo>
                    <a:lnTo>
                      <a:pt x="29342" y="22216"/>
                    </a:lnTo>
                    <a:lnTo>
                      <a:pt x="23753" y="27910"/>
                    </a:lnTo>
                    <a:lnTo>
                      <a:pt x="19771" y="23788"/>
                    </a:lnTo>
                    <a:lnTo>
                      <a:pt x="29342" y="14252"/>
                    </a:lnTo>
                    <a:lnTo>
                      <a:pt x="40415" y="25150"/>
                    </a:lnTo>
                    <a:lnTo>
                      <a:pt x="47576" y="18269"/>
                    </a:lnTo>
                    <a:lnTo>
                      <a:pt x="29342" y="0"/>
                    </a:lnTo>
                    <a:close/>
                  </a:path>
                </a:pathLst>
              </a:custGeom>
              <a:solidFill>
                <a:srgbClr val="FBEFD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2"/>
              <p:cNvSpPr/>
              <p:nvPr/>
            </p:nvSpPr>
            <p:spPr>
              <a:xfrm>
                <a:off x="1878325" y="1486900"/>
                <a:ext cx="772850" cy="772850"/>
              </a:xfrm>
              <a:custGeom>
                <a:avLst/>
                <a:gdLst/>
                <a:ahLst/>
                <a:cxnLst/>
                <a:rect l="l" t="t" r="r" b="b"/>
                <a:pathLst>
                  <a:path w="30914" h="30914" extrusionOk="0">
                    <a:moveTo>
                      <a:pt x="23823" y="3144"/>
                    </a:moveTo>
                    <a:lnTo>
                      <a:pt x="27805" y="7126"/>
                    </a:lnTo>
                    <a:lnTo>
                      <a:pt x="7126" y="27770"/>
                    </a:lnTo>
                    <a:lnTo>
                      <a:pt x="3144" y="23788"/>
                    </a:lnTo>
                    <a:lnTo>
                      <a:pt x="23823" y="3144"/>
                    </a:lnTo>
                    <a:close/>
                    <a:moveTo>
                      <a:pt x="23788" y="0"/>
                    </a:moveTo>
                    <a:lnTo>
                      <a:pt x="0" y="23788"/>
                    </a:lnTo>
                    <a:lnTo>
                      <a:pt x="7126" y="30914"/>
                    </a:lnTo>
                    <a:lnTo>
                      <a:pt x="30914" y="7126"/>
                    </a:lnTo>
                    <a:lnTo>
                      <a:pt x="23788" y="0"/>
                    </a:lnTo>
                    <a:close/>
                  </a:path>
                </a:pathLst>
              </a:custGeom>
              <a:solidFill>
                <a:srgbClr val="FBEFD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2"/>
              <p:cNvSpPr/>
              <p:nvPr/>
            </p:nvSpPr>
            <p:spPr>
              <a:xfrm>
                <a:off x="1593625" y="777800"/>
                <a:ext cx="502150" cy="519625"/>
              </a:xfrm>
              <a:custGeom>
                <a:avLst/>
                <a:gdLst/>
                <a:ahLst/>
                <a:cxnLst/>
                <a:rect l="l" t="t" r="r" b="b"/>
                <a:pathLst>
                  <a:path w="20086" h="20785" extrusionOk="0">
                    <a:moveTo>
                      <a:pt x="7127" y="3284"/>
                    </a:moveTo>
                    <a:lnTo>
                      <a:pt x="16977" y="13309"/>
                    </a:lnTo>
                    <a:lnTo>
                      <a:pt x="12925" y="17640"/>
                    </a:lnTo>
                    <a:lnTo>
                      <a:pt x="3040" y="8034"/>
                    </a:lnTo>
                    <a:lnTo>
                      <a:pt x="7127" y="3284"/>
                    </a:lnTo>
                    <a:close/>
                    <a:moveTo>
                      <a:pt x="6987" y="0"/>
                    </a:moveTo>
                    <a:lnTo>
                      <a:pt x="1" y="8174"/>
                    </a:lnTo>
                    <a:lnTo>
                      <a:pt x="13030" y="20784"/>
                    </a:lnTo>
                    <a:lnTo>
                      <a:pt x="20086" y="13274"/>
                    </a:lnTo>
                    <a:lnTo>
                      <a:pt x="6987" y="0"/>
                    </a:lnTo>
                    <a:close/>
                  </a:path>
                </a:pathLst>
              </a:custGeom>
              <a:solidFill>
                <a:srgbClr val="FBEFD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2"/>
              <p:cNvSpPr/>
              <p:nvPr/>
            </p:nvSpPr>
            <p:spPr>
              <a:xfrm>
                <a:off x="1869575" y="506200"/>
                <a:ext cx="503900" cy="504775"/>
              </a:xfrm>
              <a:custGeom>
                <a:avLst/>
                <a:gdLst/>
                <a:ahLst/>
                <a:cxnLst/>
                <a:rect l="l" t="t" r="r" b="b"/>
                <a:pathLst>
                  <a:path w="20156" h="20191" extrusionOk="0">
                    <a:moveTo>
                      <a:pt x="7127" y="3145"/>
                    </a:moveTo>
                    <a:lnTo>
                      <a:pt x="17012" y="13065"/>
                    </a:lnTo>
                    <a:lnTo>
                      <a:pt x="13030" y="17047"/>
                    </a:lnTo>
                    <a:lnTo>
                      <a:pt x="3145" y="7127"/>
                    </a:lnTo>
                    <a:lnTo>
                      <a:pt x="7127" y="3145"/>
                    </a:lnTo>
                    <a:close/>
                    <a:moveTo>
                      <a:pt x="7127" y="1"/>
                    </a:moveTo>
                    <a:lnTo>
                      <a:pt x="1" y="7127"/>
                    </a:lnTo>
                    <a:lnTo>
                      <a:pt x="13030" y="20191"/>
                    </a:lnTo>
                    <a:lnTo>
                      <a:pt x="20156" y="13065"/>
                    </a:lnTo>
                    <a:lnTo>
                      <a:pt x="7127" y="1"/>
                    </a:lnTo>
                    <a:close/>
                  </a:path>
                </a:pathLst>
              </a:custGeom>
              <a:solidFill>
                <a:srgbClr val="FBEFD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Google Shape;82;p2"/>
              <p:cNvSpPr/>
              <p:nvPr/>
            </p:nvSpPr>
            <p:spPr>
              <a:xfrm>
                <a:off x="1869575" y="4392250"/>
                <a:ext cx="503900" cy="504775"/>
              </a:xfrm>
              <a:custGeom>
                <a:avLst/>
                <a:gdLst/>
                <a:ahLst/>
                <a:cxnLst/>
                <a:rect l="l" t="t" r="r" b="b"/>
                <a:pathLst>
                  <a:path w="20156" h="20191" extrusionOk="0">
                    <a:moveTo>
                      <a:pt x="7127" y="3145"/>
                    </a:moveTo>
                    <a:lnTo>
                      <a:pt x="17012" y="13065"/>
                    </a:lnTo>
                    <a:lnTo>
                      <a:pt x="13030" y="17047"/>
                    </a:lnTo>
                    <a:lnTo>
                      <a:pt x="3145" y="7127"/>
                    </a:lnTo>
                    <a:lnTo>
                      <a:pt x="7127" y="3145"/>
                    </a:lnTo>
                    <a:close/>
                    <a:moveTo>
                      <a:pt x="7127" y="1"/>
                    </a:moveTo>
                    <a:lnTo>
                      <a:pt x="1" y="7127"/>
                    </a:lnTo>
                    <a:lnTo>
                      <a:pt x="13030" y="20191"/>
                    </a:lnTo>
                    <a:lnTo>
                      <a:pt x="20156" y="13065"/>
                    </a:lnTo>
                    <a:lnTo>
                      <a:pt x="7127" y="1"/>
                    </a:lnTo>
                    <a:close/>
                  </a:path>
                </a:pathLst>
              </a:custGeom>
              <a:solidFill>
                <a:srgbClr val="FBEFD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3" name="Google Shape;83;p2"/>
            <p:cNvSpPr/>
            <p:nvPr/>
          </p:nvSpPr>
          <p:spPr>
            <a:xfrm>
              <a:off x="4558055" y="2054607"/>
              <a:ext cx="444092" cy="444092"/>
            </a:xfrm>
            <a:custGeom>
              <a:avLst/>
              <a:gdLst/>
              <a:ahLst/>
              <a:cxnLst/>
              <a:rect l="l" t="t" r="r" b="b"/>
              <a:pathLst>
                <a:path w="14252" h="14252" extrusionOk="0">
                  <a:moveTo>
                    <a:pt x="7126" y="3144"/>
                  </a:moveTo>
                  <a:lnTo>
                    <a:pt x="11073" y="7126"/>
                  </a:lnTo>
                  <a:lnTo>
                    <a:pt x="7126" y="11108"/>
                  </a:lnTo>
                  <a:lnTo>
                    <a:pt x="3144" y="7126"/>
                  </a:lnTo>
                  <a:lnTo>
                    <a:pt x="7126" y="3144"/>
                  </a:lnTo>
                  <a:close/>
                  <a:moveTo>
                    <a:pt x="7126" y="0"/>
                  </a:moveTo>
                  <a:lnTo>
                    <a:pt x="0" y="7126"/>
                  </a:lnTo>
                  <a:lnTo>
                    <a:pt x="7126" y="14252"/>
                  </a:lnTo>
                  <a:lnTo>
                    <a:pt x="14252" y="7126"/>
                  </a:lnTo>
                  <a:lnTo>
                    <a:pt x="71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4556970" y="3157713"/>
              <a:ext cx="628061" cy="629152"/>
            </a:xfrm>
            <a:custGeom>
              <a:avLst/>
              <a:gdLst/>
              <a:ahLst/>
              <a:cxnLst/>
              <a:rect l="l" t="t" r="r" b="b"/>
              <a:pathLst>
                <a:path w="20156" h="20191" extrusionOk="0">
                  <a:moveTo>
                    <a:pt x="7127" y="3145"/>
                  </a:moveTo>
                  <a:lnTo>
                    <a:pt x="17012" y="13065"/>
                  </a:lnTo>
                  <a:lnTo>
                    <a:pt x="13030" y="17047"/>
                  </a:lnTo>
                  <a:lnTo>
                    <a:pt x="3145" y="7127"/>
                  </a:lnTo>
                  <a:lnTo>
                    <a:pt x="7127" y="3145"/>
                  </a:lnTo>
                  <a:close/>
                  <a:moveTo>
                    <a:pt x="7127" y="1"/>
                  </a:moveTo>
                  <a:lnTo>
                    <a:pt x="1" y="7127"/>
                  </a:lnTo>
                  <a:lnTo>
                    <a:pt x="13030" y="20191"/>
                  </a:lnTo>
                  <a:lnTo>
                    <a:pt x="20156" y="13065"/>
                  </a:lnTo>
                  <a:lnTo>
                    <a:pt x="7127" y="1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"/>
          <p:cNvSpPr txBox="1">
            <a:spLocks noGrp="1"/>
          </p:cNvSpPr>
          <p:nvPr>
            <p:ph type="body" idx="1"/>
          </p:nvPr>
        </p:nvSpPr>
        <p:spPr>
          <a:xfrm>
            <a:off x="909000" y="1152925"/>
            <a:ext cx="7326000" cy="32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24" name="Google Shape;224;p4"/>
          <p:cNvSpPr txBox="1">
            <a:spLocks noGrp="1"/>
          </p:cNvSpPr>
          <p:nvPr>
            <p:ph type="title"/>
          </p:nvPr>
        </p:nvSpPr>
        <p:spPr>
          <a:xfrm>
            <a:off x="598500" y="504030"/>
            <a:ext cx="7947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7"/>
          <p:cNvSpPr txBox="1">
            <a:spLocks noGrp="1"/>
          </p:cNvSpPr>
          <p:nvPr>
            <p:ph type="title"/>
          </p:nvPr>
        </p:nvSpPr>
        <p:spPr>
          <a:xfrm>
            <a:off x="2654850" y="1587975"/>
            <a:ext cx="38343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49" name="Google Shape;249;p7"/>
          <p:cNvSpPr txBox="1">
            <a:spLocks noGrp="1"/>
          </p:cNvSpPr>
          <p:nvPr>
            <p:ph type="body" idx="1"/>
          </p:nvPr>
        </p:nvSpPr>
        <p:spPr>
          <a:xfrm>
            <a:off x="2654850" y="2630300"/>
            <a:ext cx="3834300" cy="14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●"/>
              <a:defRPr>
                <a:solidFill>
                  <a:schemeClr val="accent4"/>
                </a:solidFill>
              </a:defRPr>
            </a:lvl1pPr>
            <a:lvl2pPr marL="914400" lvl="1" indent="-342900" algn="ctr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○"/>
              <a:defRPr sz="1800">
                <a:solidFill>
                  <a:schemeClr val="accent4"/>
                </a:solidFill>
              </a:defRPr>
            </a:lvl2pPr>
            <a:lvl3pPr marL="1371600" lvl="2" indent="-342900" algn="ctr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■"/>
              <a:defRPr sz="1800">
                <a:solidFill>
                  <a:schemeClr val="accent4"/>
                </a:solidFill>
              </a:defRPr>
            </a:lvl3pPr>
            <a:lvl4pPr marL="1828800" lvl="3" indent="-342900" algn="ctr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●"/>
              <a:defRPr sz="1800">
                <a:solidFill>
                  <a:schemeClr val="accent4"/>
                </a:solidFill>
              </a:defRPr>
            </a:lvl4pPr>
            <a:lvl5pPr marL="2286000" lvl="4" indent="-342900" algn="ctr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○"/>
              <a:defRPr sz="1800">
                <a:solidFill>
                  <a:schemeClr val="accent4"/>
                </a:solidFill>
              </a:defRPr>
            </a:lvl5pPr>
            <a:lvl6pPr marL="2743200" lvl="5" indent="-342900" algn="ctr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■"/>
              <a:defRPr sz="1800">
                <a:solidFill>
                  <a:schemeClr val="accent4"/>
                </a:solidFill>
              </a:defRPr>
            </a:lvl6pPr>
            <a:lvl7pPr marL="3200400" lvl="6" indent="-342900" algn="ctr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●"/>
              <a:defRPr sz="1800">
                <a:solidFill>
                  <a:schemeClr val="accent4"/>
                </a:solidFill>
              </a:defRPr>
            </a:lvl7pPr>
            <a:lvl8pPr marL="3657600" lvl="7" indent="-342900" algn="ctr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○"/>
              <a:defRPr sz="1800">
                <a:solidFill>
                  <a:schemeClr val="accent4"/>
                </a:solidFill>
              </a:defRPr>
            </a:lvl8pPr>
            <a:lvl9pPr marL="4114800" lvl="8" indent="-342900" algn="ctr">
              <a:spcBef>
                <a:spcPts val="1600"/>
              </a:spcBef>
              <a:spcAft>
                <a:spcPts val="1600"/>
              </a:spcAft>
              <a:buClr>
                <a:schemeClr val="accent4"/>
              </a:buClr>
              <a:buSzPts val="1800"/>
              <a:buChar char="■"/>
              <a:defRPr sz="18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grpSp>
        <p:nvGrpSpPr>
          <p:cNvPr id="250" name="Google Shape;250;p7"/>
          <p:cNvGrpSpPr/>
          <p:nvPr/>
        </p:nvGrpSpPr>
        <p:grpSpPr>
          <a:xfrm>
            <a:off x="178392" y="4029713"/>
            <a:ext cx="1481378" cy="1315949"/>
            <a:chOff x="8107317" y="-338762"/>
            <a:chExt cx="1481378" cy="1315949"/>
          </a:xfrm>
        </p:grpSpPr>
        <p:sp>
          <p:nvSpPr>
            <p:cNvPr id="251" name="Google Shape;251;p7"/>
            <p:cNvSpPr/>
            <p:nvPr/>
          </p:nvSpPr>
          <p:spPr>
            <a:xfrm>
              <a:off x="8107317" y="188061"/>
              <a:ext cx="444092" cy="443002"/>
            </a:xfrm>
            <a:custGeom>
              <a:avLst/>
              <a:gdLst/>
              <a:ahLst/>
              <a:cxnLst/>
              <a:rect l="l" t="t" r="r" b="b"/>
              <a:pathLst>
                <a:path w="14252" h="14217" extrusionOk="0">
                  <a:moveTo>
                    <a:pt x="7126" y="3109"/>
                  </a:moveTo>
                  <a:lnTo>
                    <a:pt x="11108" y="7126"/>
                  </a:lnTo>
                  <a:lnTo>
                    <a:pt x="7126" y="11108"/>
                  </a:lnTo>
                  <a:lnTo>
                    <a:pt x="3144" y="7126"/>
                  </a:lnTo>
                  <a:lnTo>
                    <a:pt x="7126" y="3109"/>
                  </a:lnTo>
                  <a:close/>
                  <a:moveTo>
                    <a:pt x="7126" y="0"/>
                  </a:moveTo>
                  <a:lnTo>
                    <a:pt x="0" y="7126"/>
                  </a:lnTo>
                  <a:lnTo>
                    <a:pt x="7126" y="14217"/>
                  </a:lnTo>
                  <a:lnTo>
                    <a:pt x="14252" y="7126"/>
                  </a:lnTo>
                  <a:lnTo>
                    <a:pt x="712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7"/>
            <p:cNvSpPr/>
            <p:nvPr/>
          </p:nvSpPr>
          <p:spPr>
            <a:xfrm>
              <a:off x="8293435" y="-338762"/>
              <a:ext cx="1295259" cy="1315949"/>
            </a:xfrm>
            <a:custGeom>
              <a:avLst/>
              <a:gdLst/>
              <a:ahLst/>
              <a:cxnLst/>
              <a:rect l="l" t="t" r="r" b="b"/>
              <a:pathLst>
                <a:path w="41568" h="42232" extrusionOk="0">
                  <a:moveTo>
                    <a:pt x="7091" y="3249"/>
                  </a:moveTo>
                  <a:lnTo>
                    <a:pt x="38459" y="35106"/>
                  </a:lnTo>
                  <a:lnTo>
                    <a:pt x="34442" y="39088"/>
                  </a:lnTo>
                  <a:lnTo>
                    <a:pt x="3039" y="7685"/>
                  </a:lnTo>
                  <a:lnTo>
                    <a:pt x="7091" y="3249"/>
                  </a:lnTo>
                  <a:close/>
                  <a:moveTo>
                    <a:pt x="7021" y="0"/>
                  </a:moveTo>
                  <a:lnTo>
                    <a:pt x="0" y="7755"/>
                  </a:lnTo>
                  <a:lnTo>
                    <a:pt x="34442" y="42232"/>
                  </a:lnTo>
                  <a:lnTo>
                    <a:pt x="41568" y="35141"/>
                  </a:lnTo>
                  <a:lnTo>
                    <a:pt x="7021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3" name="Google Shape;253;p7"/>
          <p:cNvSpPr/>
          <p:nvPr/>
        </p:nvSpPr>
        <p:spPr>
          <a:xfrm>
            <a:off x="927255" y="3878894"/>
            <a:ext cx="444092" cy="444092"/>
          </a:xfrm>
          <a:custGeom>
            <a:avLst/>
            <a:gdLst/>
            <a:ahLst/>
            <a:cxnLst/>
            <a:rect l="l" t="t" r="r" b="b"/>
            <a:pathLst>
              <a:path w="14252" h="14252" extrusionOk="0">
                <a:moveTo>
                  <a:pt x="7126" y="3144"/>
                </a:moveTo>
                <a:lnTo>
                  <a:pt x="11073" y="7126"/>
                </a:lnTo>
                <a:lnTo>
                  <a:pt x="7126" y="11108"/>
                </a:lnTo>
                <a:lnTo>
                  <a:pt x="3144" y="7126"/>
                </a:lnTo>
                <a:lnTo>
                  <a:pt x="7126" y="3144"/>
                </a:lnTo>
                <a:close/>
                <a:moveTo>
                  <a:pt x="7126" y="0"/>
                </a:moveTo>
                <a:lnTo>
                  <a:pt x="0" y="7126"/>
                </a:lnTo>
                <a:lnTo>
                  <a:pt x="7126" y="14252"/>
                </a:lnTo>
                <a:lnTo>
                  <a:pt x="14252" y="7126"/>
                </a:lnTo>
                <a:lnTo>
                  <a:pt x="712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7"/>
          <p:cNvSpPr/>
          <p:nvPr/>
        </p:nvSpPr>
        <p:spPr>
          <a:xfrm>
            <a:off x="-239430" y="2713786"/>
            <a:ext cx="1296349" cy="1315949"/>
          </a:xfrm>
          <a:custGeom>
            <a:avLst/>
            <a:gdLst/>
            <a:ahLst/>
            <a:cxnLst/>
            <a:rect l="l" t="t" r="r" b="b"/>
            <a:pathLst>
              <a:path w="41603" h="42232" extrusionOk="0">
                <a:moveTo>
                  <a:pt x="7126" y="3249"/>
                </a:moveTo>
                <a:lnTo>
                  <a:pt x="38494" y="35106"/>
                </a:lnTo>
                <a:lnTo>
                  <a:pt x="34477" y="39088"/>
                </a:lnTo>
                <a:lnTo>
                  <a:pt x="3074" y="7685"/>
                </a:lnTo>
                <a:lnTo>
                  <a:pt x="7126" y="3249"/>
                </a:lnTo>
                <a:close/>
                <a:moveTo>
                  <a:pt x="7056" y="1"/>
                </a:moveTo>
                <a:lnTo>
                  <a:pt x="0" y="7755"/>
                </a:lnTo>
                <a:lnTo>
                  <a:pt x="34477" y="42232"/>
                </a:lnTo>
                <a:lnTo>
                  <a:pt x="41603" y="35141"/>
                </a:lnTo>
                <a:lnTo>
                  <a:pt x="705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5" name="Google Shape;255;p7"/>
          <p:cNvGrpSpPr/>
          <p:nvPr/>
        </p:nvGrpSpPr>
        <p:grpSpPr>
          <a:xfrm rot="10800000">
            <a:off x="7553995" y="-288214"/>
            <a:ext cx="1481378" cy="1315949"/>
            <a:chOff x="8107317" y="-338762"/>
            <a:chExt cx="1481378" cy="1315949"/>
          </a:xfrm>
        </p:grpSpPr>
        <p:sp>
          <p:nvSpPr>
            <p:cNvPr id="256" name="Google Shape;256;p7"/>
            <p:cNvSpPr/>
            <p:nvPr/>
          </p:nvSpPr>
          <p:spPr>
            <a:xfrm>
              <a:off x="8107317" y="188061"/>
              <a:ext cx="444092" cy="443002"/>
            </a:xfrm>
            <a:custGeom>
              <a:avLst/>
              <a:gdLst/>
              <a:ahLst/>
              <a:cxnLst/>
              <a:rect l="l" t="t" r="r" b="b"/>
              <a:pathLst>
                <a:path w="14252" h="14217" extrusionOk="0">
                  <a:moveTo>
                    <a:pt x="7126" y="3109"/>
                  </a:moveTo>
                  <a:lnTo>
                    <a:pt x="11108" y="7126"/>
                  </a:lnTo>
                  <a:lnTo>
                    <a:pt x="7126" y="11108"/>
                  </a:lnTo>
                  <a:lnTo>
                    <a:pt x="3144" y="7126"/>
                  </a:lnTo>
                  <a:lnTo>
                    <a:pt x="7126" y="3109"/>
                  </a:lnTo>
                  <a:close/>
                  <a:moveTo>
                    <a:pt x="7126" y="0"/>
                  </a:moveTo>
                  <a:lnTo>
                    <a:pt x="0" y="7126"/>
                  </a:lnTo>
                  <a:lnTo>
                    <a:pt x="7126" y="14217"/>
                  </a:lnTo>
                  <a:lnTo>
                    <a:pt x="14252" y="7126"/>
                  </a:lnTo>
                  <a:lnTo>
                    <a:pt x="712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7"/>
            <p:cNvSpPr/>
            <p:nvPr/>
          </p:nvSpPr>
          <p:spPr>
            <a:xfrm>
              <a:off x="8293435" y="-338762"/>
              <a:ext cx="1295259" cy="1315949"/>
            </a:xfrm>
            <a:custGeom>
              <a:avLst/>
              <a:gdLst/>
              <a:ahLst/>
              <a:cxnLst/>
              <a:rect l="l" t="t" r="r" b="b"/>
              <a:pathLst>
                <a:path w="41568" h="42232" extrusionOk="0">
                  <a:moveTo>
                    <a:pt x="7091" y="3249"/>
                  </a:moveTo>
                  <a:lnTo>
                    <a:pt x="38459" y="35106"/>
                  </a:lnTo>
                  <a:lnTo>
                    <a:pt x="34442" y="39088"/>
                  </a:lnTo>
                  <a:lnTo>
                    <a:pt x="3039" y="7685"/>
                  </a:lnTo>
                  <a:lnTo>
                    <a:pt x="7091" y="3249"/>
                  </a:lnTo>
                  <a:close/>
                  <a:moveTo>
                    <a:pt x="7021" y="0"/>
                  </a:moveTo>
                  <a:lnTo>
                    <a:pt x="0" y="7755"/>
                  </a:lnTo>
                  <a:lnTo>
                    <a:pt x="34442" y="42232"/>
                  </a:lnTo>
                  <a:lnTo>
                    <a:pt x="41568" y="35141"/>
                  </a:lnTo>
                  <a:lnTo>
                    <a:pt x="7021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8" name="Google Shape;258;p7"/>
          <p:cNvSpPr/>
          <p:nvPr/>
        </p:nvSpPr>
        <p:spPr>
          <a:xfrm rot="10800000">
            <a:off x="7842417" y="734462"/>
            <a:ext cx="444092" cy="444092"/>
          </a:xfrm>
          <a:custGeom>
            <a:avLst/>
            <a:gdLst/>
            <a:ahLst/>
            <a:cxnLst/>
            <a:rect l="l" t="t" r="r" b="b"/>
            <a:pathLst>
              <a:path w="14252" h="14252" extrusionOk="0">
                <a:moveTo>
                  <a:pt x="7126" y="3144"/>
                </a:moveTo>
                <a:lnTo>
                  <a:pt x="11073" y="7126"/>
                </a:lnTo>
                <a:lnTo>
                  <a:pt x="7126" y="11108"/>
                </a:lnTo>
                <a:lnTo>
                  <a:pt x="3144" y="7126"/>
                </a:lnTo>
                <a:lnTo>
                  <a:pt x="7126" y="3144"/>
                </a:lnTo>
                <a:close/>
                <a:moveTo>
                  <a:pt x="7126" y="0"/>
                </a:moveTo>
                <a:lnTo>
                  <a:pt x="0" y="7126"/>
                </a:lnTo>
                <a:lnTo>
                  <a:pt x="7126" y="14252"/>
                </a:lnTo>
                <a:lnTo>
                  <a:pt x="14252" y="7126"/>
                </a:lnTo>
                <a:lnTo>
                  <a:pt x="712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7"/>
          <p:cNvSpPr/>
          <p:nvPr/>
        </p:nvSpPr>
        <p:spPr>
          <a:xfrm rot="10800000">
            <a:off x="8156845" y="1027713"/>
            <a:ext cx="1296349" cy="1315949"/>
          </a:xfrm>
          <a:custGeom>
            <a:avLst/>
            <a:gdLst/>
            <a:ahLst/>
            <a:cxnLst/>
            <a:rect l="l" t="t" r="r" b="b"/>
            <a:pathLst>
              <a:path w="41603" h="42232" extrusionOk="0">
                <a:moveTo>
                  <a:pt x="7126" y="3249"/>
                </a:moveTo>
                <a:lnTo>
                  <a:pt x="38494" y="35106"/>
                </a:lnTo>
                <a:lnTo>
                  <a:pt x="34477" y="39088"/>
                </a:lnTo>
                <a:lnTo>
                  <a:pt x="3074" y="7685"/>
                </a:lnTo>
                <a:lnTo>
                  <a:pt x="7126" y="3249"/>
                </a:lnTo>
                <a:close/>
                <a:moveTo>
                  <a:pt x="7056" y="1"/>
                </a:moveTo>
                <a:lnTo>
                  <a:pt x="0" y="7755"/>
                </a:lnTo>
                <a:lnTo>
                  <a:pt x="34477" y="42232"/>
                </a:lnTo>
                <a:lnTo>
                  <a:pt x="41603" y="35141"/>
                </a:lnTo>
                <a:lnTo>
                  <a:pt x="705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">
  <p:cSld name="ONE_COLUMN_TEXT_1"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15"/>
          <p:cNvSpPr txBox="1">
            <a:spLocks noGrp="1"/>
          </p:cNvSpPr>
          <p:nvPr>
            <p:ph type="body" idx="1"/>
          </p:nvPr>
        </p:nvSpPr>
        <p:spPr>
          <a:xfrm>
            <a:off x="1146750" y="2461050"/>
            <a:ext cx="2777100" cy="14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Char char="●"/>
              <a:defRPr sz="1600">
                <a:solidFill>
                  <a:schemeClr val="accent4"/>
                </a:solidFill>
              </a:defRPr>
            </a:lvl1pPr>
            <a:lvl2pPr marL="914400" lvl="1" indent="-330200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600"/>
              <a:buChar char="○"/>
              <a:defRPr sz="1600">
                <a:solidFill>
                  <a:schemeClr val="accent4"/>
                </a:solidFill>
              </a:defRPr>
            </a:lvl2pPr>
            <a:lvl3pPr marL="1371600" lvl="2" indent="-330200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600"/>
              <a:buChar char="■"/>
              <a:defRPr sz="1600">
                <a:solidFill>
                  <a:schemeClr val="accent4"/>
                </a:solidFill>
              </a:defRPr>
            </a:lvl3pPr>
            <a:lvl4pPr marL="1828800" lvl="3" indent="-330200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600"/>
              <a:buChar char="●"/>
              <a:defRPr sz="1600">
                <a:solidFill>
                  <a:schemeClr val="accent4"/>
                </a:solidFill>
              </a:defRPr>
            </a:lvl4pPr>
            <a:lvl5pPr marL="2286000" lvl="4" indent="-330200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600"/>
              <a:buChar char="○"/>
              <a:defRPr sz="1600">
                <a:solidFill>
                  <a:schemeClr val="accent4"/>
                </a:solidFill>
              </a:defRPr>
            </a:lvl5pPr>
            <a:lvl6pPr marL="2743200" lvl="5" indent="-330200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600"/>
              <a:buChar char="■"/>
              <a:defRPr sz="1600">
                <a:solidFill>
                  <a:schemeClr val="accent4"/>
                </a:solidFill>
              </a:defRPr>
            </a:lvl6pPr>
            <a:lvl7pPr marL="3200400" lvl="6" indent="-330200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600"/>
              <a:buChar char="●"/>
              <a:defRPr sz="1600">
                <a:solidFill>
                  <a:schemeClr val="accent4"/>
                </a:solidFill>
              </a:defRPr>
            </a:lvl7pPr>
            <a:lvl8pPr marL="3657600" lvl="7" indent="-330200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600"/>
              <a:buChar char="○"/>
              <a:defRPr sz="1600">
                <a:solidFill>
                  <a:schemeClr val="accent4"/>
                </a:solidFill>
              </a:defRPr>
            </a:lvl8pPr>
            <a:lvl9pPr marL="4114800" lvl="8" indent="-330200" rtl="0">
              <a:spcBef>
                <a:spcPts val="1600"/>
              </a:spcBef>
              <a:spcAft>
                <a:spcPts val="1600"/>
              </a:spcAft>
              <a:buClr>
                <a:schemeClr val="accent4"/>
              </a:buClr>
              <a:buSzPts val="1600"/>
              <a:buChar char="■"/>
              <a:defRPr sz="16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509" name="Google Shape;509;p15"/>
          <p:cNvSpPr txBox="1">
            <a:spLocks noGrp="1"/>
          </p:cNvSpPr>
          <p:nvPr>
            <p:ph type="title"/>
          </p:nvPr>
        </p:nvSpPr>
        <p:spPr>
          <a:xfrm>
            <a:off x="598500" y="504030"/>
            <a:ext cx="7947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10" name="Google Shape;510;p15"/>
          <p:cNvSpPr txBox="1">
            <a:spLocks noGrp="1"/>
          </p:cNvSpPr>
          <p:nvPr>
            <p:ph type="title" idx="2"/>
          </p:nvPr>
        </p:nvSpPr>
        <p:spPr>
          <a:xfrm>
            <a:off x="1146750" y="1812150"/>
            <a:ext cx="27771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511" name="Google Shape;511;p15"/>
          <p:cNvGrpSpPr/>
          <p:nvPr/>
        </p:nvGrpSpPr>
        <p:grpSpPr>
          <a:xfrm>
            <a:off x="-845314" y="4304497"/>
            <a:ext cx="10178327" cy="2024574"/>
            <a:chOff x="-845314" y="4304497"/>
            <a:chExt cx="10178327" cy="2024574"/>
          </a:xfrm>
        </p:grpSpPr>
        <p:sp>
          <p:nvSpPr>
            <p:cNvPr id="512" name="Google Shape;512;p15"/>
            <p:cNvSpPr/>
            <p:nvPr/>
          </p:nvSpPr>
          <p:spPr>
            <a:xfrm>
              <a:off x="5429849" y="5181823"/>
              <a:ext cx="444092" cy="443002"/>
            </a:xfrm>
            <a:custGeom>
              <a:avLst/>
              <a:gdLst/>
              <a:ahLst/>
              <a:cxnLst/>
              <a:rect l="l" t="t" r="r" b="b"/>
              <a:pathLst>
                <a:path w="14252" h="14217" extrusionOk="0">
                  <a:moveTo>
                    <a:pt x="7126" y="3109"/>
                  </a:moveTo>
                  <a:lnTo>
                    <a:pt x="11108" y="7126"/>
                  </a:lnTo>
                  <a:lnTo>
                    <a:pt x="7126" y="11108"/>
                  </a:lnTo>
                  <a:lnTo>
                    <a:pt x="3144" y="7126"/>
                  </a:lnTo>
                  <a:lnTo>
                    <a:pt x="7126" y="3109"/>
                  </a:lnTo>
                  <a:close/>
                  <a:moveTo>
                    <a:pt x="7126" y="0"/>
                  </a:moveTo>
                  <a:lnTo>
                    <a:pt x="0" y="7126"/>
                  </a:lnTo>
                  <a:lnTo>
                    <a:pt x="7126" y="14217"/>
                  </a:lnTo>
                  <a:lnTo>
                    <a:pt x="14252" y="7126"/>
                  </a:lnTo>
                  <a:lnTo>
                    <a:pt x="71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15"/>
            <p:cNvSpPr/>
            <p:nvPr/>
          </p:nvSpPr>
          <p:spPr>
            <a:xfrm>
              <a:off x="3181094" y="5365760"/>
              <a:ext cx="1308346" cy="963311"/>
            </a:xfrm>
            <a:custGeom>
              <a:avLst/>
              <a:gdLst/>
              <a:ahLst/>
              <a:cxnLst/>
              <a:rect l="l" t="t" r="r" b="b"/>
              <a:pathLst>
                <a:path w="41988" h="30915" extrusionOk="0">
                  <a:moveTo>
                    <a:pt x="7127" y="3144"/>
                  </a:moveTo>
                  <a:lnTo>
                    <a:pt x="23789" y="19806"/>
                  </a:lnTo>
                  <a:lnTo>
                    <a:pt x="34862" y="8698"/>
                  </a:lnTo>
                  <a:lnTo>
                    <a:pt x="38844" y="12680"/>
                  </a:lnTo>
                  <a:lnTo>
                    <a:pt x="23789" y="27770"/>
                  </a:lnTo>
                  <a:lnTo>
                    <a:pt x="3145" y="7126"/>
                  </a:lnTo>
                  <a:lnTo>
                    <a:pt x="7127" y="3144"/>
                  </a:lnTo>
                  <a:close/>
                  <a:moveTo>
                    <a:pt x="7127" y="0"/>
                  </a:moveTo>
                  <a:lnTo>
                    <a:pt x="1" y="7126"/>
                  </a:lnTo>
                  <a:lnTo>
                    <a:pt x="23789" y="30914"/>
                  </a:lnTo>
                  <a:lnTo>
                    <a:pt x="41988" y="12680"/>
                  </a:lnTo>
                  <a:lnTo>
                    <a:pt x="34862" y="5554"/>
                  </a:lnTo>
                  <a:lnTo>
                    <a:pt x="23789" y="16662"/>
                  </a:lnTo>
                  <a:lnTo>
                    <a:pt x="7127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15"/>
            <p:cNvSpPr/>
            <p:nvPr/>
          </p:nvSpPr>
          <p:spPr>
            <a:xfrm>
              <a:off x="3517435" y="4989161"/>
              <a:ext cx="625880" cy="647661"/>
            </a:xfrm>
            <a:custGeom>
              <a:avLst/>
              <a:gdLst/>
              <a:ahLst/>
              <a:cxnLst/>
              <a:rect l="l" t="t" r="r" b="b"/>
              <a:pathLst>
                <a:path w="20086" h="20785" extrusionOk="0">
                  <a:moveTo>
                    <a:pt x="7127" y="3284"/>
                  </a:moveTo>
                  <a:lnTo>
                    <a:pt x="16977" y="13309"/>
                  </a:lnTo>
                  <a:lnTo>
                    <a:pt x="12925" y="17640"/>
                  </a:lnTo>
                  <a:lnTo>
                    <a:pt x="3040" y="8034"/>
                  </a:lnTo>
                  <a:lnTo>
                    <a:pt x="7127" y="3284"/>
                  </a:lnTo>
                  <a:close/>
                  <a:moveTo>
                    <a:pt x="6987" y="0"/>
                  </a:moveTo>
                  <a:lnTo>
                    <a:pt x="1" y="8174"/>
                  </a:lnTo>
                  <a:lnTo>
                    <a:pt x="13030" y="20784"/>
                  </a:lnTo>
                  <a:lnTo>
                    <a:pt x="20086" y="13274"/>
                  </a:lnTo>
                  <a:lnTo>
                    <a:pt x="6987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15"/>
            <p:cNvSpPr/>
            <p:nvPr/>
          </p:nvSpPr>
          <p:spPr>
            <a:xfrm>
              <a:off x="7500057" y="4490632"/>
              <a:ext cx="967643" cy="961130"/>
            </a:xfrm>
            <a:custGeom>
              <a:avLst/>
              <a:gdLst/>
              <a:ahLst/>
              <a:cxnLst/>
              <a:rect l="l" t="t" r="r" b="b"/>
              <a:pathLst>
                <a:path w="31054" h="30845" extrusionOk="0">
                  <a:moveTo>
                    <a:pt x="7650" y="3075"/>
                  </a:moveTo>
                  <a:lnTo>
                    <a:pt x="18793" y="14218"/>
                  </a:lnTo>
                  <a:lnTo>
                    <a:pt x="23928" y="9048"/>
                  </a:lnTo>
                  <a:lnTo>
                    <a:pt x="27875" y="12855"/>
                  </a:lnTo>
                  <a:lnTo>
                    <a:pt x="12750" y="27736"/>
                  </a:lnTo>
                  <a:lnTo>
                    <a:pt x="3109" y="18200"/>
                  </a:lnTo>
                  <a:lnTo>
                    <a:pt x="8454" y="12646"/>
                  </a:lnTo>
                  <a:lnTo>
                    <a:pt x="3319" y="7127"/>
                  </a:lnTo>
                  <a:lnTo>
                    <a:pt x="7650" y="3075"/>
                  </a:lnTo>
                  <a:close/>
                  <a:moveTo>
                    <a:pt x="7685" y="1"/>
                  </a:moveTo>
                  <a:lnTo>
                    <a:pt x="175" y="7022"/>
                  </a:lnTo>
                  <a:lnTo>
                    <a:pt x="5415" y="12611"/>
                  </a:lnTo>
                  <a:lnTo>
                    <a:pt x="0" y="18200"/>
                  </a:lnTo>
                  <a:lnTo>
                    <a:pt x="12750" y="30845"/>
                  </a:lnTo>
                  <a:lnTo>
                    <a:pt x="31054" y="12821"/>
                  </a:lnTo>
                  <a:lnTo>
                    <a:pt x="23928" y="5904"/>
                  </a:lnTo>
                  <a:lnTo>
                    <a:pt x="18793" y="11074"/>
                  </a:lnTo>
                  <a:lnTo>
                    <a:pt x="768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15"/>
            <p:cNvSpPr/>
            <p:nvPr/>
          </p:nvSpPr>
          <p:spPr>
            <a:xfrm>
              <a:off x="6283166" y="4316510"/>
              <a:ext cx="801124" cy="801124"/>
            </a:xfrm>
            <a:custGeom>
              <a:avLst/>
              <a:gdLst/>
              <a:ahLst/>
              <a:cxnLst/>
              <a:rect l="l" t="t" r="r" b="b"/>
              <a:pathLst>
                <a:path w="25710" h="25710" extrusionOk="0">
                  <a:moveTo>
                    <a:pt x="18584" y="3144"/>
                  </a:moveTo>
                  <a:lnTo>
                    <a:pt x="22566" y="7126"/>
                  </a:lnTo>
                  <a:lnTo>
                    <a:pt x="7127" y="22565"/>
                  </a:lnTo>
                  <a:lnTo>
                    <a:pt x="3145" y="18583"/>
                  </a:lnTo>
                  <a:lnTo>
                    <a:pt x="18584" y="3144"/>
                  </a:lnTo>
                  <a:close/>
                  <a:moveTo>
                    <a:pt x="18584" y="0"/>
                  </a:moveTo>
                  <a:lnTo>
                    <a:pt x="1" y="18583"/>
                  </a:lnTo>
                  <a:lnTo>
                    <a:pt x="7127" y="25709"/>
                  </a:lnTo>
                  <a:lnTo>
                    <a:pt x="25710" y="7126"/>
                  </a:lnTo>
                  <a:lnTo>
                    <a:pt x="18584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15"/>
            <p:cNvSpPr/>
            <p:nvPr/>
          </p:nvSpPr>
          <p:spPr>
            <a:xfrm>
              <a:off x="5615968" y="4655001"/>
              <a:ext cx="1295259" cy="1315949"/>
            </a:xfrm>
            <a:custGeom>
              <a:avLst/>
              <a:gdLst/>
              <a:ahLst/>
              <a:cxnLst/>
              <a:rect l="l" t="t" r="r" b="b"/>
              <a:pathLst>
                <a:path w="41568" h="42232" extrusionOk="0">
                  <a:moveTo>
                    <a:pt x="7091" y="3249"/>
                  </a:moveTo>
                  <a:lnTo>
                    <a:pt x="38459" y="35106"/>
                  </a:lnTo>
                  <a:lnTo>
                    <a:pt x="34442" y="39088"/>
                  </a:lnTo>
                  <a:lnTo>
                    <a:pt x="3039" y="7685"/>
                  </a:lnTo>
                  <a:lnTo>
                    <a:pt x="7091" y="3249"/>
                  </a:lnTo>
                  <a:close/>
                  <a:moveTo>
                    <a:pt x="7021" y="0"/>
                  </a:moveTo>
                  <a:lnTo>
                    <a:pt x="0" y="7755"/>
                  </a:lnTo>
                  <a:lnTo>
                    <a:pt x="34442" y="42232"/>
                  </a:lnTo>
                  <a:lnTo>
                    <a:pt x="41568" y="35141"/>
                  </a:lnTo>
                  <a:lnTo>
                    <a:pt x="7021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15"/>
            <p:cNvSpPr/>
            <p:nvPr/>
          </p:nvSpPr>
          <p:spPr>
            <a:xfrm>
              <a:off x="3861379" y="4650638"/>
              <a:ext cx="628061" cy="629152"/>
            </a:xfrm>
            <a:custGeom>
              <a:avLst/>
              <a:gdLst/>
              <a:ahLst/>
              <a:cxnLst/>
              <a:rect l="l" t="t" r="r" b="b"/>
              <a:pathLst>
                <a:path w="20156" h="20191" extrusionOk="0">
                  <a:moveTo>
                    <a:pt x="7127" y="3145"/>
                  </a:moveTo>
                  <a:lnTo>
                    <a:pt x="17012" y="13065"/>
                  </a:lnTo>
                  <a:lnTo>
                    <a:pt x="13030" y="17047"/>
                  </a:lnTo>
                  <a:lnTo>
                    <a:pt x="3145" y="7127"/>
                  </a:lnTo>
                  <a:lnTo>
                    <a:pt x="7127" y="3145"/>
                  </a:lnTo>
                  <a:close/>
                  <a:moveTo>
                    <a:pt x="7127" y="1"/>
                  </a:moveTo>
                  <a:lnTo>
                    <a:pt x="1" y="7127"/>
                  </a:lnTo>
                  <a:lnTo>
                    <a:pt x="13030" y="20191"/>
                  </a:lnTo>
                  <a:lnTo>
                    <a:pt x="20156" y="13065"/>
                  </a:lnTo>
                  <a:lnTo>
                    <a:pt x="7127" y="1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15"/>
            <p:cNvSpPr/>
            <p:nvPr/>
          </p:nvSpPr>
          <p:spPr>
            <a:xfrm>
              <a:off x="8361008" y="4989161"/>
              <a:ext cx="625880" cy="647661"/>
            </a:xfrm>
            <a:custGeom>
              <a:avLst/>
              <a:gdLst/>
              <a:ahLst/>
              <a:cxnLst/>
              <a:rect l="l" t="t" r="r" b="b"/>
              <a:pathLst>
                <a:path w="20086" h="20785" extrusionOk="0">
                  <a:moveTo>
                    <a:pt x="7127" y="3284"/>
                  </a:moveTo>
                  <a:lnTo>
                    <a:pt x="16977" y="13309"/>
                  </a:lnTo>
                  <a:lnTo>
                    <a:pt x="12925" y="17640"/>
                  </a:lnTo>
                  <a:lnTo>
                    <a:pt x="3040" y="8034"/>
                  </a:lnTo>
                  <a:lnTo>
                    <a:pt x="7127" y="3284"/>
                  </a:lnTo>
                  <a:close/>
                  <a:moveTo>
                    <a:pt x="6987" y="0"/>
                  </a:moveTo>
                  <a:lnTo>
                    <a:pt x="1" y="8174"/>
                  </a:lnTo>
                  <a:lnTo>
                    <a:pt x="13030" y="20784"/>
                  </a:lnTo>
                  <a:lnTo>
                    <a:pt x="20086" y="13274"/>
                  </a:lnTo>
                  <a:lnTo>
                    <a:pt x="6987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15"/>
            <p:cNvSpPr/>
            <p:nvPr/>
          </p:nvSpPr>
          <p:spPr>
            <a:xfrm>
              <a:off x="8704952" y="4650638"/>
              <a:ext cx="628061" cy="629152"/>
            </a:xfrm>
            <a:custGeom>
              <a:avLst/>
              <a:gdLst/>
              <a:ahLst/>
              <a:cxnLst/>
              <a:rect l="l" t="t" r="r" b="b"/>
              <a:pathLst>
                <a:path w="20156" h="20191" extrusionOk="0">
                  <a:moveTo>
                    <a:pt x="7127" y="3145"/>
                  </a:moveTo>
                  <a:lnTo>
                    <a:pt x="17012" y="13065"/>
                  </a:lnTo>
                  <a:lnTo>
                    <a:pt x="13030" y="17047"/>
                  </a:lnTo>
                  <a:lnTo>
                    <a:pt x="3145" y="7127"/>
                  </a:lnTo>
                  <a:lnTo>
                    <a:pt x="7127" y="3145"/>
                  </a:lnTo>
                  <a:close/>
                  <a:moveTo>
                    <a:pt x="7127" y="1"/>
                  </a:moveTo>
                  <a:lnTo>
                    <a:pt x="1" y="7127"/>
                  </a:lnTo>
                  <a:lnTo>
                    <a:pt x="13030" y="20191"/>
                  </a:lnTo>
                  <a:lnTo>
                    <a:pt x="20156" y="13065"/>
                  </a:lnTo>
                  <a:lnTo>
                    <a:pt x="7127" y="1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15"/>
            <p:cNvSpPr/>
            <p:nvPr/>
          </p:nvSpPr>
          <p:spPr>
            <a:xfrm>
              <a:off x="4564536" y="4662635"/>
              <a:ext cx="963280" cy="790218"/>
            </a:xfrm>
            <a:custGeom>
              <a:avLst/>
              <a:gdLst/>
              <a:ahLst/>
              <a:cxnLst/>
              <a:rect l="l" t="t" r="r" b="b"/>
              <a:pathLst>
                <a:path w="30914" h="25360" extrusionOk="0">
                  <a:moveTo>
                    <a:pt x="7126" y="3144"/>
                  </a:moveTo>
                  <a:lnTo>
                    <a:pt x="18234" y="14252"/>
                  </a:lnTo>
                  <a:lnTo>
                    <a:pt x="23788" y="8698"/>
                  </a:lnTo>
                  <a:lnTo>
                    <a:pt x="27770" y="12680"/>
                  </a:lnTo>
                  <a:lnTo>
                    <a:pt x="18234" y="22216"/>
                  </a:lnTo>
                  <a:lnTo>
                    <a:pt x="3144" y="7126"/>
                  </a:lnTo>
                  <a:lnTo>
                    <a:pt x="7126" y="3144"/>
                  </a:lnTo>
                  <a:close/>
                  <a:moveTo>
                    <a:pt x="7126" y="0"/>
                  </a:moveTo>
                  <a:lnTo>
                    <a:pt x="0" y="7126"/>
                  </a:lnTo>
                  <a:lnTo>
                    <a:pt x="18234" y="25360"/>
                  </a:lnTo>
                  <a:lnTo>
                    <a:pt x="30914" y="12680"/>
                  </a:lnTo>
                  <a:lnTo>
                    <a:pt x="23788" y="5554"/>
                  </a:lnTo>
                  <a:lnTo>
                    <a:pt x="18234" y="11108"/>
                  </a:lnTo>
                  <a:lnTo>
                    <a:pt x="7126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15"/>
            <p:cNvSpPr/>
            <p:nvPr/>
          </p:nvSpPr>
          <p:spPr>
            <a:xfrm>
              <a:off x="6638016" y="4662635"/>
              <a:ext cx="966552" cy="1135252"/>
            </a:xfrm>
            <a:custGeom>
              <a:avLst/>
              <a:gdLst/>
              <a:ahLst/>
              <a:cxnLst/>
              <a:rect l="l" t="t" r="r" b="b"/>
              <a:pathLst>
                <a:path w="31019" h="36433" extrusionOk="0">
                  <a:moveTo>
                    <a:pt x="18304" y="3144"/>
                  </a:moveTo>
                  <a:lnTo>
                    <a:pt x="22286" y="7126"/>
                  </a:lnTo>
                  <a:lnTo>
                    <a:pt x="11213" y="18199"/>
                  </a:lnTo>
                  <a:lnTo>
                    <a:pt x="18129" y="25360"/>
                  </a:lnTo>
                  <a:lnTo>
                    <a:pt x="23544" y="19771"/>
                  </a:lnTo>
                  <a:lnTo>
                    <a:pt x="27805" y="23788"/>
                  </a:lnTo>
                  <a:lnTo>
                    <a:pt x="18129" y="33324"/>
                  </a:lnTo>
                  <a:lnTo>
                    <a:pt x="3144" y="18234"/>
                  </a:lnTo>
                  <a:lnTo>
                    <a:pt x="18304" y="3144"/>
                  </a:lnTo>
                  <a:close/>
                  <a:moveTo>
                    <a:pt x="18339" y="0"/>
                  </a:moveTo>
                  <a:lnTo>
                    <a:pt x="0" y="18234"/>
                  </a:lnTo>
                  <a:lnTo>
                    <a:pt x="18129" y="36433"/>
                  </a:lnTo>
                  <a:lnTo>
                    <a:pt x="31019" y="23753"/>
                  </a:lnTo>
                  <a:lnTo>
                    <a:pt x="23439" y="16662"/>
                  </a:lnTo>
                  <a:lnTo>
                    <a:pt x="18129" y="22181"/>
                  </a:lnTo>
                  <a:lnTo>
                    <a:pt x="14322" y="18234"/>
                  </a:lnTo>
                  <a:lnTo>
                    <a:pt x="25430" y="7126"/>
                  </a:lnTo>
                  <a:lnTo>
                    <a:pt x="18339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15"/>
            <p:cNvSpPr/>
            <p:nvPr/>
          </p:nvSpPr>
          <p:spPr>
            <a:xfrm>
              <a:off x="4391473" y="5181823"/>
              <a:ext cx="1136343" cy="962190"/>
            </a:xfrm>
            <a:custGeom>
              <a:avLst/>
              <a:gdLst/>
              <a:ahLst/>
              <a:cxnLst/>
              <a:rect l="l" t="t" r="r" b="b"/>
              <a:pathLst>
                <a:path w="36468" h="30879" extrusionOk="0">
                  <a:moveTo>
                    <a:pt x="7126" y="3144"/>
                  </a:moveTo>
                  <a:lnTo>
                    <a:pt x="23788" y="19771"/>
                  </a:lnTo>
                  <a:lnTo>
                    <a:pt x="29342" y="14217"/>
                  </a:lnTo>
                  <a:lnTo>
                    <a:pt x="33324" y="18199"/>
                  </a:lnTo>
                  <a:lnTo>
                    <a:pt x="23788" y="27735"/>
                  </a:lnTo>
                  <a:lnTo>
                    <a:pt x="3144" y="7126"/>
                  </a:lnTo>
                  <a:lnTo>
                    <a:pt x="7126" y="3144"/>
                  </a:lnTo>
                  <a:close/>
                  <a:moveTo>
                    <a:pt x="7126" y="0"/>
                  </a:moveTo>
                  <a:lnTo>
                    <a:pt x="0" y="7126"/>
                  </a:lnTo>
                  <a:lnTo>
                    <a:pt x="23788" y="30879"/>
                  </a:lnTo>
                  <a:lnTo>
                    <a:pt x="36468" y="18199"/>
                  </a:lnTo>
                  <a:lnTo>
                    <a:pt x="29342" y="11108"/>
                  </a:lnTo>
                  <a:lnTo>
                    <a:pt x="23788" y="16627"/>
                  </a:lnTo>
                  <a:lnTo>
                    <a:pt x="7126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15"/>
            <p:cNvSpPr/>
            <p:nvPr/>
          </p:nvSpPr>
          <p:spPr>
            <a:xfrm>
              <a:off x="3517435" y="4989161"/>
              <a:ext cx="625880" cy="647661"/>
            </a:xfrm>
            <a:custGeom>
              <a:avLst/>
              <a:gdLst/>
              <a:ahLst/>
              <a:cxnLst/>
              <a:rect l="l" t="t" r="r" b="b"/>
              <a:pathLst>
                <a:path w="20086" h="20785" extrusionOk="0">
                  <a:moveTo>
                    <a:pt x="7127" y="3284"/>
                  </a:moveTo>
                  <a:lnTo>
                    <a:pt x="16977" y="13309"/>
                  </a:lnTo>
                  <a:lnTo>
                    <a:pt x="12925" y="17640"/>
                  </a:lnTo>
                  <a:lnTo>
                    <a:pt x="3040" y="8034"/>
                  </a:lnTo>
                  <a:lnTo>
                    <a:pt x="7127" y="3284"/>
                  </a:lnTo>
                  <a:close/>
                  <a:moveTo>
                    <a:pt x="6987" y="0"/>
                  </a:moveTo>
                  <a:lnTo>
                    <a:pt x="1" y="8174"/>
                  </a:lnTo>
                  <a:lnTo>
                    <a:pt x="13030" y="20784"/>
                  </a:lnTo>
                  <a:lnTo>
                    <a:pt x="20086" y="13274"/>
                  </a:lnTo>
                  <a:lnTo>
                    <a:pt x="6987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15"/>
            <p:cNvSpPr/>
            <p:nvPr/>
          </p:nvSpPr>
          <p:spPr>
            <a:xfrm>
              <a:off x="3861379" y="4650638"/>
              <a:ext cx="628061" cy="629152"/>
            </a:xfrm>
            <a:custGeom>
              <a:avLst/>
              <a:gdLst/>
              <a:ahLst/>
              <a:cxnLst/>
              <a:rect l="l" t="t" r="r" b="b"/>
              <a:pathLst>
                <a:path w="20156" h="20191" extrusionOk="0">
                  <a:moveTo>
                    <a:pt x="7127" y="3145"/>
                  </a:moveTo>
                  <a:lnTo>
                    <a:pt x="17012" y="13065"/>
                  </a:lnTo>
                  <a:lnTo>
                    <a:pt x="13030" y="17047"/>
                  </a:lnTo>
                  <a:lnTo>
                    <a:pt x="3145" y="7127"/>
                  </a:lnTo>
                  <a:lnTo>
                    <a:pt x="7127" y="3145"/>
                  </a:lnTo>
                  <a:close/>
                  <a:moveTo>
                    <a:pt x="7127" y="1"/>
                  </a:moveTo>
                  <a:lnTo>
                    <a:pt x="1" y="7127"/>
                  </a:lnTo>
                  <a:lnTo>
                    <a:pt x="13030" y="20191"/>
                  </a:lnTo>
                  <a:lnTo>
                    <a:pt x="20156" y="13065"/>
                  </a:lnTo>
                  <a:lnTo>
                    <a:pt x="7127" y="1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15"/>
            <p:cNvSpPr/>
            <p:nvPr/>
          </p:nvSpPr>
          <p:spPr>
            <a:xfrm rot="-5400000">
              <a:off x="2265996" y="5357612"/>
              <a:ext cx="967643" cy="962190"/>
            </a:xfrm>
            <a:custGeom>
              <a:avLst/>
              <a:gdLst/>
              <a:ahLst/>
              <a:cxnLst/>
              <a:rect l="l" t="t" r="r" b="b"/>
              <a:pathLst>
                <a:path w="31054" h="30879" extrusionOk="0">
                  <a:moveTo>
                    <a:pt x="7650" y="3109"/>
                  </a:moveTo>
                  <a:lnTo>
                    <a:pt x="18793" y="14252"/>
                  </a:lnTo>
                  <a:lnTo>
                    <a:pt x="23928" y="9082"/>
                  </a:lnTo>
                  <a:lnTo>
                    <a:pt x="27875" y="12890"/>
                  </a:lnTo>
                  <a:lnTo>
                    <a:pt x="12750" y="27770"/>
                  </a:lnTo>
                  <a:lnTo>
                    <a:pt x="3109" y="18234"/>
                  </a:lnTo>
                  <a:lnTo>
                    <a:pt x="8454" y="12680"/>
                  </a:lnTo>
                  <a:lnTo>
                    <a:pt x="3319" y="7161"/>
                  </a:lnTo>
                  <a:lnTo>
                    <a:pt x="7650" y="3109"/>
                  </a:lnTo>
                  <a:close/>
                  <a:moveTo>
                    <a:pt x="7685" y="0"/>
                  </a:moveTo>
                  <a:lnTo>
                    <a:pt x="175" y="7056"/>
                  </a:lnTo>
                  <a:lnTo>
                    <a:pt x="5415" y="12645"/>
                  </a:lnTo>
                  <a:lnTo>
                    <a:pt x="0" y="18234"/>
                  </a:lnTo>
                  <a:lnTo>
                    <a:pt x="12750" y="30879"/>
                  </a:lnTo>
                  <a:lnTo>
                    <a:pt x="31054" y="12855"/>
                  </a:lnTo>
                  <a:lnTo>
                    <a:pt x="23928" y="5938"/>
                  </a:lnTo>
                  <a:lnTo>
                    <a:pt x="18793" y="11108"/>
                  </a:lnTo>
                  <a:lnTo>
                    <a:pt x="7685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15"/>
            <p:cNvSpPr/>
            <p:nvPr/>
          </p:nvSpPr>
          <p:spPr>
            <a:xfrm rot="-5400000">
              <a:off x="2779202" y="4824807"/>
              <a:ext cx="625880" cy="647661"/>
            </a:xfrm>
            <a:custGeom>
              <a:avLst/>
              <a:gdLst/>
              <a:ahLst/>
              <a:cxnLst/>
              <a:rect l="l" t="t" r="r" b="b"/>
              <a:pathLst>
                <a:path w="20086" h="20785" extrusionOk="0">
                  <a:moveTo>
                    <a:pt x="7127" y="3284"/>
                  </a:moveTo>
                  <a:lnTo>
                    <a:pt x="16977" y="13309"/>
                  </a:lnTo>
                  <a:lnTo>
                    <a:pt x="12925" y="17640"/>
                  </a:lnTo>
                  <a:lnTo>
                    <a:pt x="3040" y="8035"/>
                  </a:lnTo>
                  <a:lnTo>
                    <a:pt x="7127" y="3284"/>
                  </a:lnTo>
                  <a:close/>
                  <a:moveTo>
                    <a:pt x="6987" y="0"/>
                  </a:moveTo>
                  <a:lnTo>
                    <a:pt x="1" y="8174"/>
                  </a:lnTo>
                  <a:lnTo>
                    <a:pt x="13030" y="20784"/>
                  </a:lnTo>
                  <a:lnTo>
                    <a:pt x="20086" y="13274"/>
                  </a:lnTo>
                  <a:lnTo>
                    <a:pt x="6987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15"/>
            <p:cNvSpPr/>
            <p:nvPr/>
          </p:nvSpPr>
          <p:spPr>
            <a:xfrm rot="-5400000">
              <a:off x="-845314" y="5180732"/>
              <a:ext cx="963280" cy="963280"/>
            </a:xfrm>
            <a:custGeom>
              <a:avLst/>
              <a:gdLst/>
              <a:ahLst/>
              <a:cxnLst/>
              <a:rect l="l" t="t" r="r" b="b"/>
              <a:pathLst>
                <a:path w="30914" h="30914" extrusionOk="0">
                  <a:moveTo>
                    <a:pt x="23788" y="3144"/>
                  </a:moveTo>
                  <a:lnTo>
                    <a:pt x="27770" y="7126"/>
                  </a:lnTo>
                  <a:lnTo>
                    <a:pt x="7126" y="27770"/>
                  </a:lnTo>
                  <a:lnTo>
                    <a:pt x="3144" y="23788"/>
                  </a:lnTo>
                  <a:lnTo>
                    <a:pt x="23788" y="3144"/>
                  </a:lnTo>
                  <a:close/>
                  <a:moveTo>
                    <a:pt x="23788" y="0"/>
                  </a:moveTo>
                  <a:lnTo>
                    <a:pt x="0" y="23788"/>
                  </a:lnTo>
                  <a:lnTo>
                    <a:pt x="7126" y="30914"/>
                  </a:lnTo>
                  <a:lnTo>
                    <a:pt x="30914" y="7126"/>
                  </a:lnTo>
                  <a:lnTo>
                    <a:pt x="23788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15"/>
            <p:cNvSpPr/>
            <p:nvPr/>
          </p:nvSpPr>
          <p:spPr>
            <a:xfrm rot="-5400000">
              <a:off x="-845314" y="5180732"/>
              <a:ext cx="963280" cy="963280"/>
            </a:xfrm>
            <a:custGeom>
              <a:avLst/>
              <a:gdLst/>
              <a:ahLst/>
              <a:cxnLst/>
              <a:rect l="l" t="t" r="r" b="b"/>
              <a:pathLst>
                <a:path w="30914" h="30914" extrusionOk="0">
                  <a:moveTo>
                    <a:pt x="23788" y="3144"/>
                  </a:moveTo>
                  <a:lnTo>
                    <a:pt x="27770" y="7126"/>
                  </a:lnTo>
                  <a:lnTo>
                    <a:pt x="7126" y="27770"/>
                  </a:lnTo>
                  <a:lnTo>
                    <a:pt x="3144" y="23788"/>
                  </a:lnTo>
                  <a:lnTo>
                    <a:pt x="23788" y="3144"/>
                  </a:lnTo>
                  <a:close/>
                  <a:moveTo>
                    <a:pt x="23788" y="0"/>
                  </a:moveTo>
                  <a:lnTo>
                    <a:pt x="0" y="23788"/>
                  </a:lnTo>
                  <a:lnTo>
                    <a:pt x="7126" y="30914"/>
                  </a:lnTo>
                  <a:lnTo>
                    <a:pt x="30914" y="7126"/>
                  </a:lnTo>
                  <a:lnTo>
                    <a:pt x="23788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15"/>
            <p:cNvSpPr/>
            <p:nvPr/>
          </p:nvSpPr>
          <p:spPr>
            <a:xfrm rot="-5400000">
              <a:off x="376999" y="4673510"/>
              <a:ext cx="951315" cy="951315"/>
            </a:xfrm>
            <a:custGeom>
              <a:avLst/>
              <a:gdLst/>
              <a:ahLst/>
              <a:cxnLst/>
              <a:rect l="l" t="t" r="r" b="b"/>
              <a:pathLst>
                <a:path w="30530" h="30530" extrusionOk="0">
                  <a:moveTo>
                    <a:pt x="23404" y="3144"/>
                  </a:moveTo>
                  <a:lnTo>
                    <a:pt x="27386" y="7126"/>
                  </a:lnTo>
                  <a:lnTo>
                    <a:pt x="7126" y="27386"/>
                  </a:lnTo>
                  <a:lnTo>
                    <a:pt x="3144" y="23404"/>
                  </a:lnTo>
                  <a:lnTo>
                    <a:pt x="23404" y="3144"/>
                  </a:lnTo>
                  <a:close/>
                  <a:moveTo>
                    <a:pt x="23404" y="0"/>
                  </a:moveTo>
                  <a:lnTo>
                    <a:pt x="0" y="23404"/>
                  </a:lnTo>
                  <a:lnTo>
                    <a:pt x="7126" y="30530"/>
                  </a:lnTo>
                  <a:lnTo>
                    <a:pt x="30530" y="7126"/>
                  </a:lnTo>
                  <a:lnTo>
                    <a:pt x="23404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15"/>
            <p:cNvSpPr/>
            <p:nvPr/>
          </p:nvSpPr>
          <p:spPr>
            <a:xfrm rot="-5400000">
              <a:off x="-233612" y="4927121"/>
              <a:ext cx="791308" cy="950224"/>
            </a:xfrm>
            <a:custGeom>
              <a:avLst/>
              <a:gdLst/>
              <a:ahLst/>
              <a:cxnLst/>
              <a:rect l="l" t="t" r="r" b="b"/>
              <a:pathLst>
                <a:path w="25395" h="30495" extrusionOk="0">
                  <a:moveTo>
                    <a:pt x="18234" y="3074"/>
                  </a:moveTo>
                  <a:lnTo>
                    <a:pt x="22146" y="6707"/>
                  </a:lnTo>
                  <a:lnTo>
                    <a:pt x="16662" y="12051"/>
                  </a:lnTo>
                  <a:lnTo>
                    <a:pt x="22216" y="17780"/>
                  </a:lnTo>
                  <a:lnTo>
                    <a:pt x="12680" y="27351"/>
                  </a:lnTo>
                  <a:lnTo>
                    <a:pt x="3144" y="17815"/>
                  </a:lnTo>
                  <a:lnTo>
                    <a:pt x="18234" y="3074"/>
                  </a:lnTo>
                  <a:close/>
                  <a:moveTo>
                    <a:pt x="18234" y="0"/>
                  </a:moveTo>
                  <a:lnTo>
                    <a:pt x="0" y="17815"/>
                  </a:lnTo>
                  <a:lnTo>
                    <a:pt x="12680" y="30495"/>
                  </a:lnTo>
                  <a:lnTo>
                    <a:pt x="25360" y="17850"/>
                  </a:lnTo>
                  <a:lnTo>
                    <a:pt x="19806" y="12121"/>
                  </a:lnTo>
                  <a:lnTo>
                    <a:pt x="25395" y="6707"/>
                  </a:lnTo>
                  <a:lnTo>
                    <a:pt x="18234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15"/>
            <p:cNvSpPr/>
            <p:nvPr/>
          </p:nvSpPr>
          <p:spPr>
            <a:xfrm rot="-5400000">
              <a:off x="1143816" y="4575013"/>
              <a:ext cx="1482468" cy="1309406"/>
            </a:xfrm>
            <a:custGeom>
              <a:avLst/>
              <a:gdLst/>
              <a:ahLst/>
              <a:cxnLst/>
              <a:rect l="l" t="t" r="r" b="b"/>
              <a:pathLst>
                <a:path w="47576" h="42022" extrusionOk="0">
                  <a:moveTo>
                    <a:pt x="29342" y="3144"/>
                  </a:moveTo>
                  <a:lnTo>
                    <a:pt x="44397" y="18199"/>
                  </a:lnTo>
                  <a:lnTo>
                    <a:pt x="40450" y="22042"/>
                  </a:lnTo>
                  <a:lnTo>
                    <a:pt x="29342" y="11108"/>
                  </a:lnTo>
                  <a:lnTo>
                    <a:pt x="16662" y="23788"/>
                  </a:lnTo>
                  <a:lnTo>
                    <a:pt x="23753" y="31124"/>
                  </a:lnTo>
                  <a:lnTo>
                    <a:pt x="29342" y="25360"/>
                  </a:lnTo>
                  <a:lnTo>
                    <a:pt x="33324" y="29342"/>
                  </a:lnTo>
                  <a:lnTo>
                    <a:pt x="23788" y="38878"/>
                  </a:lnTo>
                  <a:lnTo>
                    <a:pt x="12680" y="27770"/>
                  </a:lnTo>
                  <a:lnTo>
                    <a:pt x="7126" y="33324"/>
                  </a:lnTo>
                  <a:lnTo>
                    <a:pt x="3144" y="29342"/>
                  </a:lnTo>
                  <a:lnTo>
                    <a:pt x="29342" y="3144"/>
                  </a:lnTo>
                  <a:close/>
                  <a:moveTo>
                    <a:pt x="29342" y="0"/>
                  </a:moveTo>
                  <a:lnTo>
                    <a:pt x="0" y="29342"/>
                  </a:lnTo>
                  <a:lnTo>
                    <a:pt x="7126" y="36468"/>
                  </a:lnTo>
                  <a:lnTo>
                    <a:pt x="12680" y="30914"/>
                  </a:lnTo>
                  <a:lnTo>
                    <a:pt x="23788" y="42022"/>
                  </a:lnTo>
                  <a:lnTo>
                    <a:pt x="36468" y="29342"/>
                  </a:lnTo>
                  <a:lnTo>
                    <a:pt x="29342" y="22216"/>
                  </a:lnTo>
                  <a:lnTo>
                    <a:pt x="23788" y="27910"/>
                  </a:lnTo>
                  <a:lnTo>
                    <a:pt x="19771" y="23788"/>
                  </a:lnTo>
                  <a:lnTo>
                    <a:pt x="29342" y="14252"/>
                  </a:lnTo>
                  <a:lnTo>
                    <a:pt x="40415" y="25150"/>
                  </a:lnTo>
                  <a:lnTo>
                    <a:pt x="47576" y="18269"/>
                  </a:lnTo>
                  <a:lnTo>
                    <a:pt x="29342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15"/>
            <p:cNvSpPr/>
            <p:nvPr/>
          </p:nvSpPr>
          <p:spPr>
            <a:xfrm rot="-5400000">
              <a:off x="2430334" y="4489027"/>
              <a:ext cx="628061" cy="629152"/>
            </a:xfrm>
            <a:custGeom>
              <a:avLst/>
              <a:gdLst/>
              <a:ahLst/>
              <a:cxnLst/>
              <a:rect l="l" t="t" r="r" b="b"/>
              <a:pathLst>
                <a:path w="20156" h="20191" extrusionOk="0">
                  <a:moveTo>
                    <a:pt x="7127" y="3145"/>
                  </a:moveTo>
                  <a:lnTo>
                    <a:pt x="17012" y="13065"/>
                  </a:lnTo>
                  <a:lnTo>
                    <a:pt x="13030" y="17047"/>
                  </a:lnTo>
                  <a:lnTo>
                    <a:pt x="3145" y="7127"/>
                  </a:lnTo>
                  <a:lnTo>
                    <a:pt x="7127" y="3145"/>
                  </a:lnTo>
                  <a:close/>
                  <a:moveTo>
                    <a:pt x="7127" y="1"/>
                  </a:moveTo>
                  <a:lnTo>
                    <a:pt x="1" y="7127"/>
                  </a:lnTo>
                  <a:lnTo>
                    <a:pt x="13030" y="20191"/>
                  </a:lnTo>
                  <a:lnTo>
                    <a:pt x="20156" y="13065"/>
                  </a:lnTo>
                  <a:lnTo>
                    <a:pt x="7127" y="1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15"/>
            <p:cNvSpPr/>
            <p:nvPr/>
          </p:nvSpPr>
          <p:spPr>
            <a:xfrm rot="-5400000">
              <a:off x="-147615" y="4487381"/>
              <a:ext cx="444092" cy="444092"/>
            </a:xfrm>
            <a:custGeom>
              <a:avLst/>
              <a:gdLst/>
              <a:ahLst/>
              <a:cxnLst/>
              <a:rect l="l" t="t" r="r" b="b"/>
              <a:pathLst>
                <a:path w="14252" h="14252" extrusionOk="0">
                  <a:moveTo>
                    <a:pt x="7126" y="3144"/>
                  </a:moveTo>
                  <a:lnTo>
                    <a:pt x="11073" y="7126"/>
                  </a:lnTo>
                  <a:lnTo>
                    <a:pt x="7126" y="11108"/>
                  </a:lnTo>
                  <a:lnTo>
                    <a:pt x="3144" y="7126"/>
                  </a:lnTo>
                  <a:lnTo>
                    <a:pt x="7126" y="3144"/>
                  </a:lnTo>
                  <a:close/>
                  <a:moveTo>
                    <a:pt x="7126" y="0"/>
                  </a:moveTo>
                  <a:lnTo>
                    <a:pt x="0" y="7126"/>
                  </a:lnTo>
                  <a:lnTo>
                    <a:pt x="7126" y="14252"/>
                  </a:lnTo>
                  <a:lnTo>
                    <a:pt x="14252" y="7126"/>
                  </a:lnTo>
                  <a:lnTo>
                    <a:pt x="71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15"/>
            <p:cNvSpPr/>
            <p:nvPr/>
          </p:nvSpPr>
          <p:spPr>
            <a:xfrm rot="-5400000">
              <a:off x="956037" y="4303952"/>
              <a:ext cx="628061" cy="629152"/>
            </a:xfrm>
            <a:custGeom>
              <a:avLst/>
              <a:gdLst/>
              <a:ahLst/>
              <a:cxnLst/>
              <a:rect l="l" t="t" r="r" b="b"/>
              <a:pathLst>
                <a:path w="20156" h="20191" extrusionOk="0">
                  <a:moveTo>
                    <a:pt x="7127" y="3145"/>
                  </a:moveTo>
                  <a:lnTo>
                    <a:pt x="17012" y="13065"/>
                  </a:lnTo>
                  <a:lnTo>
                    <a:pt x="13030" y="17047"/>
                  </a:lnTo>
                  <a:lnTo>
                    <a:pt x="3145" y="7127"/>
                  </a:lnTo>
                  <a:lnTo>
                    <a:pt x="7127" y="3145"/>
                  </a:lnTo>
                  <a:close/>
                  <a:moveTo>
                    <a:pt x="7127" y="1"/>
                  </a:moveTo>
                  <a:lnTo>
                    <a:pt x="1" y="7127"/>
                  </a:lnTo>
                  <a:lnTo>
                    <a:pt x="13030" y="20191"/>
                  </a:lnTo>
                  <a:lnTo>
                    <a:pt x="20156" y="13065"/>
                  </a:lnTo>
                  <a:lnTo>
                    <a:pt x="7127" y="1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15"/>
            <p:cNvSpPr/>
            <p:nvPr/>
          </p:nvSpPr>
          <p:spPr>
            <a:xfrm rot="-5400000">
              <a:off x="8367410" y="4316506"/>
              <a:ext cx="444092" cy="444092"/>
            </a:xfrm>
            <a:custGeom>
              <a:avLst/>
              <a:gdLst/>
              <a:ahLst/>
              <a:cxnLst/>
              <a:rect l="l" t="t" r="r" b="b"/>
              <a:pathLst>
                <a:path w="14252" h="14252" extrusionOk="0">
                  <a:moveTo>
                    <a:pt x="7126" y="3144"/>
                  </a:moveTo>
                  <a:lnTo>
                    <a:pt x="11073" y="7126"/>
                  </a:lnTo>
                  <a:lnTo>
                    <a:pt x="7126" y="11108"/>
                  </a:lnTo>
                  <a:lnTo>
                    <a:pt x="3144" y="7126"/>
                  </a:lnTo>
                  <a:lnTo>
                    <a:pt x="7126" y="3144"/>
                  </a:lnTo>
                  <a:close/>
                  <a:moveTo>
                    <a:pt x="7126" y="0"/>
                  </a:moveTo>
                  <a:lnTo>
                    <a:pt x="0" y="7126"/>
                  </a:lnTo>
                  <a:lnTo>
                    <a:pt x="7126" y="14252"/>
                  </a:lnTo>
                  <a:lnTo>
                    <a:pt x="14252" y="7126"/>
                  </a:lnTo>
                  <a:lnTo>
                    <a:pt x="71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15"/>
            <p:cNvSpPr/>
            <p:nvPr/>
          </p:nvSpPr>
          <p:spPr>
            <a:xfrm rot="-5400000">
              <a:off x="3330097" y="4495019"/>
              <a:ext cx="444092" cy="444092"/>
            </a:xfrm>
            <a:custGeom>
              <a:avLst/>
              <a:gdLst/>
              <a:ahLst/>
              <a:cxnLst/>
              <a:rect l="l" t="t" r="r" b="b"/>
              <a:pathLst>
                <a:path w="14252" h="14252" extrusionOk="0">
                  <a:moveTo>
                    <a:pt x="7126" y="3144"/>
                  </a:moveTo>
                  <a:lnTo>
                    <a:pt x="11073" y="7126"/>
                  </a:lnTo>
                  <a:lnTo>
                    <a:pt x="7126" y="11108"/>
                  </a:lnTo>
                  <a:lnTo>
                    <a:pt x="3144" y="7126"/>
                  </a:lnTo>
                  <a:lnTo>
                    <a:pt x="7126" y="3144"/>
                  </a:lnTo>
                  <a:close/>
                  <a:moveTo>
                    <a:pt x="7126" y="0"/>
                  </a:moveTo>
                  <a:lnTo>
                    <a:pt x="0" y="7126"/>
                  </a:lnTo>
                  <a:lnTo>
                    <a:pt x="7126" y="14252"/>
                  </a:lnTo>
                  <a:lnTo>
                    <a:pt x="14252" y="7126"/>
                  </a:lnTo>
                  <a:lnTo>
                    <a:pt x="71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">
  <p:cSld name="CAPTION_ONLY_1_1">
    <p:bg>
      <p:bgPr>
        <a:solidFill>
          <a:schemeClr val="accent1"/>
        </a:solidFill>
        <a:effectLst/>
      </p:bgPr>
    </p:bg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16"/>
          <p:cNvSpPr txBox="1">
            <a:spLocks noGrp="1"/>
          </p:cNvSpPr>
          <p:nvPr>
            <p:ph type="title"/>
          </p:nvPr>
        </p:nvSpPr>
        <p:spPr>
          <a:xfrm>
            <a:off x="598500" y="504030"/>
            <a:ext cx="7947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 2">
  <p:cSld name="CAPTION_ONLY_2"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21"/>
          <p:cNvSpPr txBox="1">
            <a:spLocks noGrp="1"/>
          </p:cNvSpPr>
          <p:nvPr>
            <p:ph type="title"/>
          </p:nvPr>
        </p:nvSpPr>
        <p:spPr>
          <a:xfrm>
            <a:off x="598500" y="504030"/>
            <a:ext cx="7947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601" name="Google Shape;601;p21"/>
          <p:cNvGrpSpPr/>
          <p:nvPr/>
        </p:nvGrpSpPr>
        <p:grpSpPr>
          <a:xfrm>
            <a:off x="-1710528" y="3169751"/>
            <a:ext cx="4088223" cy="2704813"/>
            <a:chOff x="-2026253" y="4064426"/>
            <a:chExt cx="4088223" cy="2704813"/>
          </a:xfrm>
        </p:grpSpPr>
        <p:sp>
          <p:nvSpPr>
            <p:cNvPr id="602" name="Google Shape;602;p21"/>
            <p:cNvSpPr/>
            <p:nvPr/>
          </p:nvSpPr>
          <p:spPr>
            <a:xfrm>
              <a:off x="-111658" y="5632896"/>
              <a:ext cx="789127" cy="790218"/>
            </a:xfrm>
            <a:custGeom>
              <a:avLst/>
              <a:gdLst/>
              <a:ahLst/>
              <a:cxnLst/>
              <a:rect l="l" t="t" r="r" b="b"/>
              <a:pathLst>
                <a:path w="25325" h="25360" extrusionOk="0">
                  <a:moveTo>
                    <a:pt x="7126" y="3144"/>
                  </a:moveTo>
                  <a:lnTo>
                    <a:pt x="22216" y="18234"/>
                  </a:lnTo>
                  <a:lnTo>
                    <a:pt x="18234" y="22216"/>
                  </a:lnTo>
                  <a:lnTo>
                    <a:pt x="3144" y="7126"/>
                  </a:lnTo>
                  <a:lnTo>
                    <a:pt x="7126" y="3144"/>
                  </a:lnTo>
                  <a:close/>
                  <a:moveTo>
                    <a:pt x="7126" y="0"/>
                  </a:moveTo>
                  <a:lnTo>
                    <a:pt x="0" y="7126"/>
                  </a:lnTo>
                  <a:lnTo>
                    <a:pt x="18234" y="25360"/>
                  </a:lnTo>
                  <a:lnTo>
                    <a:pt x="25325" y="18234"/>
                  </a:lnTo>
                  <a:lnTo>
                    <a:pt x="7126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21"/>
            <p:cNvSpPr/>
            <p:nvPr/>
          </p:nvSpPr>
          <p:spPr>
            <a:xfrm>
              <a:off x="-630846" y="4941736"/>
              <a:ext cx="2692816" cy="1654440"/>
            </a:xfrm>
            <a:custGeom>
              <a:avLst/>
              <a:gdLst/>
              <a:ahLst/>
              <a:cxnLst/>
              <a:rect l="l" t="t" r="r" b="b"/>
              <a:pathLst>
                <a:path w="86419" h="53095" extrusionOk="0">
                  <a:moveTo>
                    <a:pt x="23788" y="3109"/>
                  </a:moveTo>
                  <a:lnTo>
                    <a:pt x="45969" y="25325"/>
                  </a:lnTo>
                  <a:lnTo>
                    <a:pt x="57461" y="13868"/>
                  </a:lnTo>
                  <a:lnTo>
                    <a:pt x="66997" y="23404"/>
                  </a:lnTo>
                  <a:lnTo>
                    <a:pt x="63015" y="27351"/>
                  </a:lnTo>
                  <a:lnTo>
                    <a:pt x="57461" y="21832"/>
                  </a:lnTo>
                  <a:lnTo>
                    <a:pt x="49986" y="29307"/>
                  </a:lnTo>
                  <a:lnTo>
                    <a:pt x="62631" y="41987"/>
                  </a:lnTo>
                  <a:lnTo>
                    <a:pt x="79293" y="25325"/>
                  </a:lnTo>
                  <a:lnTo>
                    <a:pt x="83275" y="29307"/>
                  </a:lnTo>
                  <a:lnTo>
                    <a:pt x="62631" y="49951"/>
                  </a:lnTo>
                  <a:lnTo>
                    <a:pt x="23788" y="11073"/>
                  </a:lnTo>
                  <a:lnTo>
                    <a:pt x="7126" y="27735"/>
                  </a:lnTo>
                  <a:lnTo>
                    <a:pt x="3144" y="23753"/>
                  </a:lnTo>
                  <a:lnTo>
                    <a:pt x="23788" y="3109"/>
                  </a:lnTo>
                  <a:close/>
                  <a:moveTo>
                    <a:pt x="23788" y="0"/>
                  </a:moveTo>
                  <a:lnTo>
                    <a:pt x="0" y="23753"/>
                  </a:lnTo>
                  <a:lnTo>
                    <a:pt x="7126" y="30879"/>
                  </a:lnTo>
                  <a:lnTo>
                    <a:pt x="23788" y="14217"/>
                  </a:lnTo>
                  <a:lnTo>
                    <a:pt x="62631" y="53095"/>
                  </a:lnTo>
                  <a:lnTo>
                    <a:pt x="86419" y="29307"/>
                  </a:lnTo>
                  <a:lnTo>
                    <a:pt x="79293" y="22181"/>
                  </a:lnTo>
                  <a:lnTo>
                    <a:pt x="62631" y="38843"/>
                  </a:lnTo>
                  <a:lnTo>
                    <a:pt x="53095" y="29307"/>
                  </a:lnTo>
                  <a:lnTo>
                    <a:pt x="57461" y="24941"/>
                  </a:lnTo>
                  <a:lnTo>
                    <a:pt x="62980" y="30495"/>
                  </a:lnTo>
                  <a:lnTo>
                    <a:pt x="70106" y="23369"/>
                  </a:lnTo>
                  <a:lnTo>
                    <a:pt x="57461" y="10724"/>
                  </a:lnTo>
                  <a:lnTo>
                    <a:pt x="45969" y="22181"/>
                  </a:lnTo>
                  <a:lnTo>
                    <a:pt x="23788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21"/>
            <p:cNvSpPr/>
            <p:nvPr/>
          </p:nvSpPr>
          <p:spPr>
            <a:xfrm>
              <a:off x="580592" y="6325146"/>
              <a:ext cx="443002" cy="444092"/>
            </a:xfrm>
            <a:custGeom>
              <a:avLst/>
              <a:gdLst/>
              <a:ahLst/>
              <a:cxnLst/>
              <a:rect l="l" t="t" r="r" b="b"/>
              <a:pathLst>
                <a:path w="14217" h="14252" extrusionOk="0">
                  <a:moveTo>
                    <a:pt x="7091" y="3144"/>
                  </a:moveTo>
                  <a:lnTo>
                    <a:pt x="11073" y="7126"/>
                  </a:lnTo>
                  <a:lnTo>
                    <a:pt x="7091" y="11108"/>
                  </a:lnTo>
                  <a:lnTo>
                    <a:pt x="3109" y="7126"/>
                  </a:lnTo>
                  <a:lnTo>
                    <a:pt x="7091" y="3144"/>
                  </a:lnTo>
                  <a:close/>
                  <a:moveTo>
                    <a:pt x="7091" y="0"/>
                  </a:moveTo>
                  <a:lnTo>
                    <a:pt x="0" y="7126"/>
                  </a:lnTo>
                  <a:lnTo>
                    <a:pt x="7091" y="14252"/>
                  </a:lnTo>
                  <a:lnTo>
                    <a:pt x="14217" y="7126"/>
                  </a:lnTo>
                  <a:lnTo>
                    <a:pt x="709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21"/>
            <p:cNvSpPr/>
            <p:nvPr/>
          </p:nvSpPr>
          <p:spPr>
            <a:xfrm>
              <a:off x="-457783" y="4595611"/>
              <a:ext cx="444092" cy="443002"/>
            </a:xfrm>
            <a:custGeom>
              <a:avLst/>
              <a:gdLst/>
              <a:ahLst/>
              <a:cxnLst/>
              <a:rect l="l" t="t" r="r" b="b"/>
              <a:pathLst>
                <a:path w="14252" h="14217" extrusionOk="0">
                  <a:moveTo>
                    <a:pt x="7126" y="3109"/>
                  </a:moveTo>
                  <a:lnTo>
                    <a:pt x="11108" y="7126"/>
                  </a:lnTo>
                  <a:lnTo>
                    <a:pt x="7126" y="11108"/>
                  </a:lnTo>
                  <a:lnTo>
                    <a:pt x="3144" y="7126"/>
                  </a:lnTo>
                  <a:lnTo>
                    <a:pt x="7126" y="3109"/>
                  </a:lnTo>
                  <a:close/>
                  <a:moveTo>
                    <a:pt x="7126" y="0"/>
                  </a:moveTo>
                  <a:lnTo>
                    <a:pt x="0" y="7126"/>
                  </a:lnTo>
                  <a:lnTo>
                    <a:pt x="7126" y="14217"/>
                  </a:lnTo>
                  <a:lnTo>
                    <a:pt x="14252" y="7126"/>
                  </a:lnTo>
                  <a:lnTo>
                    <a:pt x="71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21"/>
            <p:cNvSpPr/>
            <p:nvPr/>
          </p:nvSpPr>
          <p:spPr>
            <a:xfrm>
              <a:off x="-271665" y="4068788"/>
              <a:ext cx="1295259" cy="1315949"/>
            </a:xfrm>
            <a:custGeom>
              <a:avLst/>
              <a:gdLst/>
              <a:ahLst/>
              <a:cxnLst/>
              <a:rect l="l" t="t" r="r" b="b"/>
              <a:pathLst>
                <a:path w="41568" h="42232" extrusionOk="0">
                  <a:moveTo>
                    <a:pt x="7091" y="3249"/>
                  </a:moveTo>
                  <a:lnTo>
                    <a:pt x="38459" y="35106"/>
                  </a:lnTo>
                  <a:lnTo>
                    <a:pt x="34442" y="39088"/>
                  </a:lnTo>
                  <a:lnTo>
                    <a:pt x="3039" y="7685"/>
                  </a:lnTo>
                  <a:lnTo>
                    <a:pt x="7091" y="3249"/>
                  </a:lnTo>
                  <a:close/>
                  <a:moveTo>
                    <a:pt x="7021" y="0"/>
                  </a:moveTo>
                  <a:lnTo>
                    <a:pt x="0" y="7755"/>
                  </a:lnTo>
                  <a:lnTo>
                    <a:pt x="34442" y="42232"/>
                  </a:lnTo>
                  <a:lnTo>
                    <a:pt x="41568" y="35141"/>
                  </a:lnTo>
                  <a:lnTo>
                    <a:pt x="70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21"/>
            <p:cNvSpPr/>
            <p:nvPr/>
          </p:nvSpPr>
          <p:spPr>
            <a:xfrm>
              <a:off x="-1323097" y="4076423"/>
              <a:ext cx="963280" cy="790218"/>
            </a:xfrm>
            <a:custGeom>
              <a:avLst/>
              <a:gdLst/>
              <a:ahLst/>
              <a:cxnLst/>
              <a:rect l="l" t="t" r="r" b="b"/>
              <a:pathLst>
                <a:path w="30914" h="25360" extrusionOk="0">
                  <a:moveTo>
                    <a:pt x="7126" y="3144"/>
                  </a:moveTo>
                  <a:lnTo>
                    <a:pt x="18234" y="14252"/>
                  </a:lnTo>
                  <a:lnTo>
                    <a:pt x="23788" y="8698"/>
                  </a:lnTo>
                  <a:lnTo>
                    <a:pt x="27770" y="12680"/>
                  </a:lnTo>
                  <a:lnTo>
                    <a:pt x="18234" y="22216"/>
                  </a:lnTo>
                  <a:lnTo>
                    <a:pt x="3144" y="7126"/>
                  </a:lnTo>
                  <a:lnTo>
                    <a:pt x="7126" y="3144"/>
                  </a:lnTo>
                  <a:close/>
                  <a:moveTo>
                    <a:pt x="7126" y="0"/>
                  </a:moveTo>
                  <a:lnTo>
                    <a:pt x="0" y="7126"/>
                  </a:lnTo>
                  <a:lnTo>
                    <a:pt x="18234" y="25360"/>
                  </a:lnTo>
                  <a:lnTo>
                    <a:pt x="30914" y="12680"/>
                  </a:lnTo>
                  <a:lnTo>
                    <a:pt x="23788" y="5554"/>
                  </a:lnTo>
                  <a:lnTo>
                    <a:pt x="18234" y="11108"/>
                  </a:lnTo>
                  <a:lnTo>
                    <a:pt x="7126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21"/>
            <p:cNvSpPr/>
            <p:nvPr/>
          </p:nvSpPr>
          <p:spPr>
            <a:xfrm>
              <a:off x="-1496159" y="4595611"/>
              <a:ext cx="1136343" cy="962190"/>
            </a:xfrm>
            <a:custGeom>
              <a:avLst/>
              <a:gdLst/>
              <a:ahLst/>
              <a:cxnLst/>
              <a:rect l="l" t="t" r="r" b="b"/>
              <a:pathLst>
                <a:path w="36468" h="30879" extrusionOk="0">
                  <a:moveTo>
                    <a:pt x="7126" y="3144"/>
                  </a:moveTo>
                  <a:lnTo>
                    <a:pt x="23788" y="19771"/>
                  </a:lnTo>
                  <a:lnTo>
                    <a:pt x="29342" y="14217"/>
                  </a:lnTo>
                  <a:lnTo>
                    <a:pt x="33324" y="18199"/>
                  </a:lnTo>
                  <a:lnTo>
                    <a:pt x="23788" y="27735"/>
                  </a:lnTo>
                  <a:lnTo>
                    <a:pt x="3144" y="7126"/>
                  </a:lnTo>
                  <a:lnTo>
                    <a:pt x="7126" y="3144"/>
                  </a:lnTo>
                  <a:close/>
                  <a:moveTo>
                    <a:pt x="7126" y="0"/>
                  </a:moveTo>
                  <a:lnTo>
                    <a:pt x="0" y="7126"/>
                  </a:lnTo>
                  <a:lnTo>
                    <a:pt x="23788" y="30879"/>
                  </a:lnTo>
                  <a:lnTo>
                    <a:pt x="36468" y="18199"/>
                  </a:lnTo>
                  <a:lnTo>
                    <a:pt x="29342" y="11108"/>
                  </a:lnTo>
                  <a:lnTo>
                    <a:pt x="23788" y="16627"/>
                  </a:lnTo>
                  <a:lnTo>
                    <a:pt x="7126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21"/>
            <p:cNvSpPr/>
            <p:nvPr/>
          </p:nvSpPr>
          <p:spPr>
            <a:xfrm>
              <a:off x="-2026253" y="4064426"/>
              <a:ext cx="628061" cy="629152"/>
            </a:xfrm>
            <a:custGeom>
              <a:avLst/>
              <a:gdLst/>
              <a:ahLst/>
              <a:cxnLst/>
              <a:rect l="l" t="t" r="r" b="b"/>
              <a:pathLst>
                <a:path w="20156" h="20191" extrusionOk="0">
                  <a:moveTo>
                    <a:pt x="7127" y="3145"/>
                  </a:moveTo>
                  <a:lnTo>
                    <a:pt x="17012" y="13065"/>
                  </a:lnTo>
                  <a:lnTo>
                    <a:pt x="13030" y="17047"/>
                  </a:lnTo>
                  <a:lnTo>
                    <a:pt x="3145" y="7127"/>
                  </a:lnTo>
                  <a:lnTo>
                    <a:pt x="7127" y="3145"/>
                  </a:lnTo>
                  <a:close/>
                  <a:moveTo>
                    <a:pt x="7127" y="1"/>
                  </a:moveTo>
                  <a:lnTo>
                    <a:pt x="1" y="7127"/>
                  </a:lnTo>
                  <a:lnTo>
                    <a:pt x="13030" y="20191"/>
                  </a:lnTo>
                  <a:lnTo>
                    <a:pt x="20156" y="13065"/>
                  </a:lnTo>
                  <a:lnTo>
                    <a:pt x="712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0" name="Google Shape;610;p21"/>
          <p:cNvGrpSpPr/>
          <p:nvPr/>
        </p:nvGrpSpPr>
        <p:grpSpPr>
          <a:xfrm>
            <a:off x="6538847" y="-343124"/>
            <a:ext cx="4088223" cy="2704813"/>
            <a:chOff x="6538847" y="-343124"/>
            <a:chExt cx="4088223" cy="2704813"/>
          </a:xfrm>
        </p:grpSpPr>
        <p:sp>
          <p:nvSpPr>
            <p:cNvPr id="611" name="Google Shape;611;p21"/>
            <p:cNvSpPr/>
            <p:nvPr/>
          </p:nvSpPr>
          <p:spPr>
            <a:xfrm>
              <a:off x="8453442" y="1225346"/>
              <a:ext cx="789127" cy="790218"/>
            </a:xfrm>
            <a:custGeom>
              <a:avLst/>
              <a:gdLst/>
              <a:ahLst/>
              <a:cxnLst/>
              <a:rect l="l" t="t" r="r" b="b"/>
              <a:pathLst>
                <a:path w="25325" h="25360" extrusionOk="0">
                  <a:moveTo>
                    <a:pt x="7126" y="3144"/>
                  </a:moveTo>
                  <a:lnTo>
                    <a:pt x="22216" y="18234"/>
                  </a:lnTo>
                  <a:lnTo>
                    <a:pt x="18234" y="22216"/>
                  </a:lnTo>
                  <a:lnTo>
                    <a:pt x="3144" y="7126"/>
                  </a:lnTo>
                  <a:lnTo>
                    <a:pt x="7126" y="3144"/>
                  </a:lnTo>
                  <a:close/>
                  <a:moveTo>
                    <a:pt x="7126" y="0"/>
                  </a:moveTo>
                  <a:lnTo>
                    <a:pt x="0" y="7126"/>
                  </a:lnTo>
                  <a:lnTo>
                    <a:pt x="18234" y="25360"/>
                  </a:lnTo>
                  <a:lnTo>
                    <a:pt x="25325" y="18234"/>
                  </a:lnTo>
                  <a:lnTo>
                    <a:pt x="7126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21"/>
            <p:cNvSpPr/>
            <p:nvPr/>
          </p:nvSpPr>
          <p:spPr>
            <a:xfrm>
              <a:off x="7934254" y="534186"/>
              <a:ext cx="2692816" cy="1654440"/>
            </a:xfrm>
            <a:custGeom>
              <a:avLst/>
              <a:gdLst/>
              <a:ahLst/>
              <a:cxnLst/>
              <a:rect l="l" t="t" r="r" b="b"/>
              <a:pathLst>
                <a:path w="86419" h="53095" extrusionOk="0">
                  <a:moveTo>
                    <a:pt x="23788" y="3109"/>
                  </a:moveTo>
                  <a:lnTo>
                    <a:pt x="45969" y="25325"/>
                  </a:lnTo>
                  <a:lnTo>
                    <a:pt x="57461" y="13868"/>
                  </a:lnTo>
                  <a:lnTo>
                    <a:pt x="66997" y="23404"/>
                  </a:lnTo>
                  <a:lnTo>
                    <a:pt x="63015" y="27351"/>
                  </a:lnTo>
                  <a:lnTo>
                    <a:pt x="57461" y="21832"/>
                  </a:lnTo>
                  <a:lnTo>
                    <a:pt x="49986" y="29307"/>
                  </a:lnTo>
                  <a:lnTo>
                    <a:pt x="62631" y="41987"/>
                  </a:lnTo>
                  <a:lnTo>
                    <a:pt x="79293" y="25325"/>
                  </a:lnTo>
                  <a:lnTo>
                    <a:pt x="83275" y="29307"/>
                  </a:lnTo>
                  <a:lnTo>
                    <a:pt x="62631" y="49951"/>
                  </a:lnTo>
                  <a:lnTo>
                    <a:pt x="23788" y="11073"/>
                  </a:lnTo>
                  <a:lnTo>
                    <a:pt x="7126" y="27735"/>
                  </a:lnTo>
                  <a:lnTo>
                    <a:pt x="3144" y="23753"/>
                  </a:lnTo>
                  <a:lnTo>
                    <a:pt x="23788" y="3109"/>
                  </a:lnTo>
                  <a:close/>
                  <a:moveTo>
                    <a:pt x="23788" y="0"/>
                  </a:moveTo>
                  <a:lnTo>
                    <a:pt x="0" y="23753"/>
                  </a:lnTo>
                  <a:lnTo>
                    <a:pt x="7126" y="30879"/>
                  </a:lnTo>
                  <a:lnTo>
                    <a:pt x="23788" y="14217"/>
                  </a:lnTo>
                  <a:lnTo>
                    <a:pt x="62631" y="53095"/>
                  </a:lnTo>
                  <a:lnTo>
                    <a:pt x="86419" y="29307"/>
                  </a:lnTo>
                  <a:lnTo>
                    <a:pt x="79293" y="22181"/>
                  </a:lnTo>
                  <a:lnTo>
                    <a:pt x="62631" y="38843"/>
                  </a:lnTo>
                  <a:lnTo>
                    <a:pt x="53095" y="29307"/>
                  </a:lnTo>
                  <a:lnTo>
                    <a:pt x="57461" y="24941"/>
                  </a:lnTo>
                  <a:lnTo>
                    <a:pt x="62980" y="30495"/>
                  </a:lnTo>
                  <a:lnTo>
                    <a:pt x="70106" y="23369"/>
                  </a:lnTo>
                  <a:lnTo>
                    <a:pt x="57461" y="10724"/>
                  </a:lnTo>
                  <a:lnTo>
                    <a:pt x="45969" y="22181"/>
                  </a:lnTo>
                  <a:lnTo>
                    <a:pt x="23788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21"/>
            <p:cNvSpPr/>
            <p:nvPr/>
          </p:nvSpPr>
          <p:spPr>
            <a:xfrm>
              <a:off x="9145692" y="1917596"/>
              <a:ext cx="443002" cy="444092"/>
            </a:xfrm>
            <a:custGeom>
              <a:avLst/>
              <a:gdLst/>
              <a:ahLst/>
              <a:cxnLst/>
              <a:rect l="l" t="t" r="r" b="b"/>
              <a:pathLst>
                <a:path w="14217" h="14252" extrusionOk="0">
                  <a:moveTo>
                    <a:pt x="7091" y="3144"/>
                  </a:moveTo>
                  <a:lnTo>
                    <a:pt x="11073" y="7126"/>
                  </a:lnTo>
                  <a:lnTo>
                    <a:pt x="7091" y="11108"/>
                  </a:lnTo>
                  <a:lnTo>
                    <a:pt x="3109" y="7126"/>
                  </a:lnTo>
                  <a:lnTo>
                    <a:pt x="7091" y="3144"/>
                  </a:lnTo>
                  <a:close/>
                  <a:moveTo>
                    <a:pt x="7091" y="0"/>
                  </a:moveTo>
                  <a:lnTo>
                    <a:pt x="0" y="7126"/>
                  </a:lnTo>
                  <a:lnTo>
                    <a:pt x="7091" y="14252"/>
                  </a:lnTo>
                  <a:lnTo>
                    <a:pt x="14217" y="7126"/>
                  </a:lnTo>
                  <a:lnTo>
                    <a:pt x="709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21"/>
            <p:cNvSpPr/>
            <p:nvPr/>
          </p:nvSpPr>
          <p:spPr>
            <a:xfrm>
              <a:off x="8107317" y="188061"/>
              <a:ext cx="444092" cy="443002"/>
            </a:xfrm>
            <a:custGeom>
              <a:avLst/>
              <a:gdLst/>
              <a:ahLst/>
              <a:cxnLst/>
              <a:rect l="l" t="t" r="r" b="b"/>
              <a:pathLst>
                <a:path w="14252" h="14217" extrusionOk="0">
                  <a:moveTo>
                    <a:pt x="7126" y="3109"/>
                  </a:moveTo>
                  <a:lnTo>
                    <a:pt x="11108" y="7126"/>
                  </a:lnTo>
                  <a:lnTo>
                    <a:pt x="7126" y="11108"/>
                  </a:lnTo>
                  <a:lnTo>
                    <a:pt x="3144" y="7126"/>
                  </a:lnTo>
                  <a:lnTo>
                    <a:pt x="7126" y="3109"/>
                  </a:lnTo>
                  <a:close/>
                  <a:moveTo>
                    <a:pt x="7126" y="0"/>
                  </a:moveTo>
                  <a:lnTo>
                    <a:pt x="0" y="7126"/>
                  </a:lnTo>
                  <a:lnTo>
                    <a:pt x="7126" y="14217"/>
                  </a:lnTo>
                  <a:lnTo>
                    <a:pt x="14252" y="7126"/>
                  </a:lnTo>
                  <a:lnTo>
                    <a:pt x="71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21"/>
            <p:cNvSpPr/>
            <p:nvPr/>
          </p:nvSpPr>
          <p:spPr>
            <a:xfrm>
              <a:off x="8293435" y="-338762"/>
              <a:ext cx="1295259" cy="1315949"/>
            </a:xfrm>
            <a:custGeom>
              <a:avLst/>
              <a:gdLst/>
              <a:ahLst/>
              <a:cxnLst/>
              <a:rect l="l" t="t" r="r" b="b"/>
              <a:pathLst>
                <a:path w="41568" h="42232" extrusionOk="0">
                  <a:moveTo>
                    <a:pt x="7091" y="3249"/>
                  </a:moveTo>
                  <a:lnTo>
                    <a:pt x="38459" y="35106"/>
                  </a:lnTo>
                  <a:lnTo>
                    <a:pt x="34442" y="39088"/>
                  </a:lnTo>
                  <a:lnTo>
                    <a:pt x="3039" y="7685"/>
                  </a:lnTo>
                  <a:lnTo>
                    <a:pt x="7091" y="3249"/>
                  </a:lnTo>
                  <a:close/>
                  <a:moveTo>
                    <a:pt x="7021" y="0"/>
                  </a:moveTo>
                  <a:lnTo>
                    <a:pt x="0" y="7755"/>
                  </a:lnTo>
                  <a:lnTo>
                    <a:pt x="34442" y="42232"/>
                  </a:lnTo>
                  <a:lnTo>
                    <a:pt x="41568" y="35141"/>
                  </a:lnTo>
                  <a:lnTo>
                    <a:pt x="70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21"/>
            <p:cNvSpPr/>
            <p:nvPr/>
          </p:nvSpPr>
          <p:spPr>
            <a:xfrm>
              <a:off x="7242003" y="-331127"/>
              <a:ext cx="963280" cy="790218"/>
            </a:xfrm>
            <a:custGeom>
              <a:avLst/>
              <a:gdLst/>
              <a:ahLst/>
              <a:cxnLst/>
              <a:rect l="l" t="t" r="r" b="b"/>
              <a:pathLst>
                <a:path w="30914" h="25360" extrusionOk="0">
                  <a:moveTo>
                    <a:pt x="7126" y="3144"/>
                  </a:moveTo>
                  <a:lnTo>
                    <a:pt x="18234" y="14252"/>
                  </a:lnTo>
                  <a:lnTo>
                    <a:pt x="23788" y="8698"/>
                  </a:lnTo>
                  <a:lnTo>
                    <a:pt x="27770" y="12680"/>
                  </a:lnTo>
                  <a:lnTo>
                    <a:pt x="18234" y="22216"/>
                  </a:lnTo>
                  <a:lnTo>
                    <a:pt x="3144" y="7126"/>
                  </a:lnTo>
                  <a:lnTo>
                    <a:pt x="7126" y="3144"/>
                  </a:lnTo>
                  <a:close/>
                  <a:moveTo>
                    <a:pt x="7126" y="0"/>
                  </a:moveTo>
                  <a:lnTo>
                    <a:pt x="0" y="7126"/>
                  </a:lnTo>
                  <a:lnTo>
                    <a:pt x="18234" y="25360"/>
                  </a:lnTo>
                  <a:lnTo>
                    <a:pt x="30914" y="12680"/>
                  </a:lnTo>
                  <a:lnTo>
                    <a:pt x="23788" y="5554"/>
                  </a:lnTo>
                  <a:lnTo>
                    <a:pt x="18234" y="11108"/>
                  </a:lnTo>
                  <a:lnTo>
                    <a:pt x="7126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21"/>
            <p:cNvSpPr/>
            <p:nvPr/>
          </p:nvSpPr>
          <p:spPr>
            <a:xfrm>
              <a:off x="7068941" y="188061"/>
              <a:ext cx="1136343" cy="962190"/>
            </a:xfrm>
            <a:custGeom>
              <a:avLst/>
              <a:gdLst/>
              <a:ahLst/>
              <a:cxnLst/>
              <a:rect l="l" t="t" r="r" b="b"/>
              <a:pathLst>
                <a:path w="36468" h="30879" extrusionOk="0">
                  <a:moveTo>
                    <a:pt x="7126" y="3144"/>
                  </a:moveTo>
                  <a:lnTo>
                    <a:pt x="23788" y="19771"/>
                  </a:lnTo>
                  <a:lnTo>
                    <a:pt x="29342" y="14217"/>
                  </a:lnTo>
                  <a:lnTo>
                    <a:pt x="33324" y="18199"/>
                  </a:lnTo>
                  <a:lnTo>
                    <a:pt x="23788" y="27735"/>
                  </a:lnTo>
                  <a:lnTo>
                    <a:pt x="3144" y="7126"/>
                  </a:lnTo>
                  <a:lnTo>
                    <a:pt x="7126" y="3144"/>
                  </a:lnTo>
                  <a:close/>
                  <a:moveTo>
                    <a:pt x="7126" y="0"/>
                  </a:moveTo>
                  <a:lnTo>
                    <a:pt x="0" y="7126"/>
                  </a:lnTo>
                  <a:lnTo>
                    <a:pt x="23788" y="30879"/>
                  </a:lnTo>
                  <a:lnTo>
                    <a:pt x="36468" y="18199"/>
                  </a:lnTo>
                  <a:lnTo>
                    <a:pt x="29342" y="11108"/>
                  </a:lnTo>
                  <a:lnTo>
                    <a:pt x="23788" y="16627"/>
                  </a:lnTo>
                  <a:lnTo>
                    <a:pt x="7126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21"/>
            <p:cNvSpPr/>
            <p:nvPr/>
          </p:nvSpPr>
          <p:spPr>
            <a:xfrm>
              <a:off x="6538847" y="-343124"/>
              <a:ext cx="628061" cy="629152"/>
            </a:xfrm>
            <a:custGeom>
              <a:avLst/>
              <a:gdLst/>
              <a:ahLst/>
              <a:cxnLst/>
              <a:rect l="l" t="t" r="r" b="b"/>
              <a:pathLst>
                <a:path w="20156" h="20191" extrusionOk="0">
                  <a:moveTo>
                    <a:pt x="7127" y="3145"/>
                  </a:moveTo>
                  <a:lnTo>
                    <a:pt x="17012" y="13065"/>
                  </a:lnTo>
                  <a:lnTo>
                    <a:pt x="13030" y="17047"/>
                  </a:lnTo>
                  <a:lnTo>
                    <a:pt x="3145" y="7127"/>
                  </a:lnTo>
                  <a:lnTo>
                    <a:pt x="7127" y="3145"/>
                  </a:lnTo>
                  <a:close/>
                  <a:moveTo>
                    <a:pt x="7127" y="1"/>
                  </a:moveTo>
                  <a:lnTo>
                    <a:pt x="1" y="7127"/>
                  </a:lnTo>
                  <a:lnTo>
                    <a:pt x="13030" y="20191"/>
                  </a:lnTo>
                  <a:lnTo>
                    <a:pt x="20156" y="13065"/>
                  </a:lnTo>
                  <a:lnTo>
                    <a:pt x="712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9" name="Google Shape;619;p21"/>
          <p:cNvSpPr txBox="1">
            <a:spLocks noGrp="1"/>
          </p:cNvSpPr>
          <p:nvPr>
            <p:ph type="title" idx="2"/>
          </p:nvPr>
        </p:nvSpPr>
        <p:spPr>
          <a:xfrm>
            <a:off x="2345250" y="2126475"/>
            <a:ext cx="4453500" cy="130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 sz="24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 sz="20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 sz="20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 sz="20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 sz="20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 sz="20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 sz="20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 sz="20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 sz="20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620" name="Google Shape;620;p21"/>
          <p:cNvSpPr txBox="1">
            <a:spLocks noGrp="1"/>
          </p:cNvSpPr>
          <p:nvPr>
            <p:ph type="subTitle" idx="1"/>
          </p:nvPr>
        </p:nvSpPr>
        <p:spPr>
          <a:xfrm>
            <a:off x="2527950" y="3399575"/>
            <a:ext cx="4088100" cy="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 2">
  <p:cSld name="ONE_COLUMN_TEXT_1_1_1_1_1">
    <p:bg>
      <p:bgPr>
        <a:solidFill>
          <a:schemeClr val="dk1"/>
        </a:solidFill>
        <a:effectLst/>
      </p:bgPr>
    </p:bg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4" name="Google Shape;654;p23"/>
          <p:cNvGrpSpPr/>
          <p:nvPr/>
        </p:nvGrpSpPr>
        <p:grpSpPr>
          <a:xfrm>
            <a:off x="-845314" y="4304497"/>
            <a:ext cx="10178327" cy="2024574"/>
            <a:chOff x="-845314" y="4304497"/>
            <a:chExt cx="10178327" cy="2024574"/>
          </a:xfrm>
        </p:grpSpPr>
        <p:sp>
          <p:nvSpPr>
            <p:cNvPr id="655" name="Google Shape;655;p23"/>
            <p:cNvSpPr/>
            <p:nvPr/>
          </p:nvSpPr>
          <p:spPr>
            <a:xfrm>
              <a:off x="5429849" y="5181823"/>
              <a:ext cx="444092" cy="443002"/>
            </a:xfrm>
            <a:custGeom>
              <a:avLst/>
              <a:gdLst/>
              <a:ahLst/>
              <a:cxnLst/>
              <a:rect l="l" t="t" r="r" b="b"/>
              <a:pathLst>
                <a:path w="14252" h="14217" extrusionOk="0">
                  <a:moveTo>
                    <a:pt x="7126" y="3109"/>
                  </a:moveTo>
                  <a:lnTo>
                    <a:pt x="11108" y="7126"/>
                  </a:lnTo>
                  <a:lnTo>
                    <a:pt x="7126" y="11108"/>
                  </a:lnTo>
                  <a:lnTo>
                    <a:pt x="3144" y="7126"/>
                  </a:lnTo>
                  <a:lnTo>
                    <a:pt x="7126" y="3109"/>
                  </a:lnTo>
                  <a:close/>
                  <a:moveTo>
                    <a:pt x="7126" y="0"/>
                  </a:moveTo>
                  <a:lnTo>
                    <a:pt x="0" y="7126"/>
                  </a:lnTo>
                  <a:lnTo>
                    <a:pt x="7126" y="14217"/>
                  </a:lnTo>
                  <a:lnTo>
                    <a:pt x="14252" y="7126"/>
                  </a:lnTo>
                  <a:lnTo>
                    <a:pt x="71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23"/>
            <p:cNvSpPr/>
            <p:nvPr/>
          </p:nvSpPr>
          <p:spPr>
            <a:xfrm>
              <a:off x="3181094" y="5365760"/>
              <a:ext cx="1308346" cy="963311"/>
            </a:xfrm>
            <a:custGeom>
              <a:avLst/>
              <a:gdLst/>
              <a:ahLst/>
              <a:cxnLst/>
              <a:rect l="l" t="t" r="r" b="b"/>
              <a:pathLst>
                <a:path w="41988" h="30915" extrusionOk="0">
                  <a:moveTo>
                    <a:pt x="7127" y="3144"/>
                  </a:moveTo>
                  <a:lnTo>
                    <a:pt x="23789" y="19806"/>
                  </a:lnTo>
                  <a:lnTo>
                    <a:pt x="34862" y="8698"/>
                  </a:lnTo>
                  <a:lnTo>
                    <a:pt x="38844" y="12680"/>
                  </a:lnTo>
                  <a:lnTo>
                    <a:pt x="23789" y="27770"/>
                  </a:lnTo>
                  <a:lnTo>
                    <a:pt x="3145" y="7126"/>
                  </a:lnTo>
                  <a:lnTo>
                    <a:pt x="7127" y="3144"/>
                  </a:lnTo>
                  <a:close/>
                  <a:moveTo>
                    <a:pt x="7127" y="0"/>
                  </a:moveTo>
                  <a:lnTo>
                    <a:pt x="1" y="7126"/>
                  </a:lnTo>
                  <a:lnTo>
                    <a:pt x="23789" y="30914"/>
                  </a:lnTo>
                  <a:lnTo>
                    <a:pt x="41988" y="12680"/>
                  </a:lnTo>
                  <a:lnTo>
                    <a:pt x="34862" y="5554"/>
                  </a:lnTo>
                  <a:lnTo>
                    <a:pt x="23789" y="16662"/>
                  </a:lnTo>
                  <a:lnTo>
                    <a:pt x="7127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23"/>
            <p:cNvSpPr/>
            <p:nvPr/>
          </p:nvSpPr>
          <p:spPr>
            <a:xfrm>
              <a:off x="3517435" y="4989161"/>
              <a:ext cx="625880" cy="647661"/>
            </a:xfrm>
            <a:custGeom>
              <a:avLst/>
              <a:gdLst/>
              <a:ahLst/>
              <a:cxnLst/>
              <a:rect l="l" t="t" r="r" b="b"/>
              <a:pathLst>
                <a:path w="20086" h="20785" extrusionOk="0">
                  <a:moveTo>
                    <a:pt x="7127" y="3284"/>
                  </a:moveTo>
                  <a:lnTo>
                    <a:pt x="16977" y="13309"/>
                  </a:lnTo>
                  <a:lnTo>
                    <a:pt x="12925" y="17640"/>
                  </a:lnTo>
                  <a:lnTo>
                    <a:pt x="3040" y="8034"/>
                  </a:lnTo>
                  <a:lnTo>
                    <a:pt x="7127" y="3284"/>
                  </a:lnTo>
                  <a:close/>
                  <a:moveTo>
                    <a:pt x="6987" y="0"/>
                  </a:moveTo>
                  <a:lnTo>
                    <a:pt x="1" y="8174"/>
                  </a:lnTo>
                  <a:lnTo>
                    <a:pt x="13030" y="20784"/>
                  </a:lnTo>
                  <a:lnTo>
                    <a:pt x="20086" y="13274"/>
                  </a:lnTo>
                  <a:lnTo>
                    <a:pt x="6987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23"/>
            <p:cNvSpPr/>
            <p:nvPr/>
          </p:nvSpPr>
          <p:spPr>
            <a:xfrm>
              <a:off x="7500057" y="4490632"/>
              <a:ext cx="967643" cy="961130"/>
            </a:xfrm>
            <a:custGeom>
              <a:avLst/>
              <a:gdLst/>
              <a:ahLst/>
              <a:cxnLst/>
              <a:rect l="l" t="t" r="r" b="b"/>
              <a:pathLst>
                <a:path w="31054" h="30845" extrusionOk="0">
                  <a:moveTo>
                    <a:pt x="7650" y="3075"/>
                  </a:moveTo>
                  <a:lnTo>
                    <a:pt x="18793" y="14218"/>
                  </a:lnTo>
                  <a:lnTo>
                    <a:pt x="23928" y="9048"/>
                  </a:lnTo>
                  <a:lnTo>
                    <a:pt x="27875" y="12855"/>
                  </a:lnTo>
                  <a:lnTo>
                    <a:pt x="12750" y="27736"/>
                  </a:lnTo>
                  <a:lnTo>
                    <a:pt x="3109" y="18200"/>
                  </a:lnTo>
                  <a:lnTo>
                    <a:pt x="8454" y="12646"/>
                  </a:lnTo>
                  <a:lnTo>
                    <a:pt x="3319" y="7127"/>
                  </a:lnTo>
                  <a:lnTo>
                    <a:pt x="7650" y="3075"/>
                  </a:lnTo>
                  <a:close/>
                  <a:moveTo>
                    <a:pt x="7685" y="1"/>
                  </a:moveTo>
                  <a:lnTo>
                    <a:pt x="175" y="7022"/>
                  </a:lnTo>
                  <a:lnTo>
                    <a:pt x="5415" y="12611"/>
                  </a:lnTo>
                  <a:lnTo>
                    <a:pt x="0" y="18200"/>
                  </a:lnTo>
                  <a:lnTo>
                    <a:pt x="12750" y="30845"/>
                  </a:lnTo>
                  <a:lnTo>
                    <a:pt x="31054" y="12821"/>
                  </a:lnTo>
                  <a:lnTo>
                    <a:pt x="23928" y="5904"/>
                  </a:lnTo>
                  <a:lnTo>
                    <a:pt x="18793" y="11074"/>
                  </a:lnTo>
                  <a:lnTo>
                    <a:pt x="768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23"/>
            <p:cNvSpPr/>
            <p:nvPr/>
          </p:nvSpPr>
          <p:spPr>
            <a:xfrm>
              <a:off x="6283166" y="4316510"/>
              <a:ext cx="801124" cy="801124"/>
            </a:xfrm>
            <a:custGeom>
              <a:avLst/>
              <a:gdLst/>
              <a:ahLst/>
              <a:cxnLst/>
              <a:rect l="l" t="t" r="r" b="b"/>
              <a:pathLst>
                <a:path w="25710" h="25710" extrusionOk="0">
                  <a:moveTo>
                    <a:pt x="18584" y="3144"/>
                  </a:moveTo>
                  <a:lnTo>
                    <a:pt x="22566" y="7126"/>
                  </a:lnTo>
                  <a:lnTo>
                    <a:pt x="7127" y="22565"/>
                  </a:lnTo>
                  <a:lnTo>
                    <a:pt x="3145" y="18583"/>
                  </a:lnTo>
                  <a:lnTo>
                    <a:pt x="18584" y="3144"/>
                  </a:lnTo>
                  <a:close/>
                  <a:moveTo>
                    <a:pt x="18584" y="0"/>
                  </a:moveTo>
                  <a:lnTo>
                    <a:pt x="1" y="18583"/>
                  </a:lnTo>
                  <a:lnTo>
                    <a:pt x="7127" y="25709"/>
                  </a:lnTo>
                  <a:lnTo>
                    <a:pt x="25710" y="7126"/>
                  </a:lnTo>
                  <a:lnTo>
                    <a:pt x="18584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23"/>
            <p:cNvSpPr/>
            <p:nvPr/>
          </p:nvSpPr>
          <p:spPr>
            <a:xfrm>
              <a:off x="5615968" y="4655001"/>
              <a:ext cx="1295259" cy="1315949"/>
            </a:xfrm>
            <a:custGeom>
              <a:avLst/>
              <a:gdLst/>
              <a:ahLst/>
              <a:cxnLst/>
              <a:rect l="l" t="t" r="r" b="b"/>
              <a:pathLst>
                <a:path w="41568" h="42232" extrusionOk="0">
                  <a:moveTo>
                    <a:pt x="7091" y="3249"/>
                  </a:moveTo>
                  <a:lnTo>
                    <a:pt x="38459" y="35106"/>
                  </a:lnTo>
                  <a:lnTo>
                    <a:pt x="34442" y="39088"/>
                  </a:lnTo>
                  <a:lnTo>
                    <a:pt x="3039" y="7685"/>
                  </a:lnTo>
                  <a:lnTo>
                    <a:pt x="7091" y="3249"/>
                  </a:lnTo>
                  <a:close/>
                  <a:moveTo>
                    <a:pt x="7021" y="0"/>
                  </a:moveTo>
                  <a:lnTo>
                    <a:pt x="0" y="7755"/>
                  </a:lnTo>
                  <a:lnTo>
                    <a:pt x="34442" y="42232"/>
                  </a:lnTo>
                  <a:lnTo>
                    <a:pt x="41568" y="35141"/>
                  </a:lnTo>
                  <a:lnTo>
                    <a:pt x="7021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23"/>
            <p:cNvSpPr/>
            <p:nvPr/>
          </p:nvSpPr>
          <p:spPr>
            <a:xfrm>
              <a:off x="3861379" y="4650638"/>
              <a:ext cx="628061" cy="629152"/>
            </a:xfrm>
            <a:custGeom>
              <a:avLst/>
              <a:gdLst/>
              <a:ahLst/>
              <a:cxnLst/>
              <a:rect l="l" t="t" r="r" b="b"/>
              <a:pathLst>
                <a:path w="20156" h="20191" extrusionOk="0">
                  <a:moveTo>
                    <a:pt x="7127" y="3145"/>
                  </a:moveTo>
                  <a:lnTo>
                    <a:pt x="17012" y="13065"/>
                  </a:lnTo>
                  <a:lnTo>
                    <a:pt x="13030" y="17047"/>
                  </a:lnTo>
                  <a:lnTo>
                    <a:pt x="3145" y="7127"/>
                  </a:lnTo>
                  <a:lnTo>
                    <a:pt x="7127" y="3145"/>
                  </a:lnTo>
                  <a:close/>
                  <a:moveTo>
                    <a:pt x="7127" y="1"/>
                  </a:moveTo>
                  <a:lnTo>
                    <a:pt x="1" y="7127"/>
                  </a:lnTo>
                  <a:lnTo>
                    <a:pt x="13030" y="20191"/>
                  </a:lnTo>
                  <a:lnTo>
                    <a:pt x="20156" y="13065"/>
                  </a:lnTo>
                  <a:lnTo>
                    <a:pt x="7127" y="1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23"/>
            <p:cNvSpPr/>
            <p:nvPr/>
          </p:nvSpPr>
          <p:spPr>
            <a:xfrm>
              <a:off x="8361008" y="4989161"/>
              <a:ext cx="625880" cy="647661"/>
            </a:xfrm>
            <a:custGeom>
              <a:avLst/>
              <a:gdLst/>
              <a:ahLst/>
              <a:cxnLst/>
              <a:rect l="l" t="t" r="r" b="b"/>
              <a:pathLst>
                <a:path w="20086" h="20785" extrusionOk="0">
                  <a:moveTo>
                    <a:pt x="7127" y="3284"/>
                  </a:moveTo>
                  <a:lnTo>
                    <a:pt x="16977" y="13309"/>
                  </a:lnTo>
                  <a:lnTo>
                    <a:pt x="12925" y="17640"/>
                  </a:lnTo>
                  <a:lnTo>
                    <a:pt x="3040" y="8034"/>
                  </a:lnTo>
                  <a:lnTo>
                    <a:pt x="7127" y="3284"/>
                  </a:lnTo>
                  <a:close/>
                  <a:moveTo>
                    <a:pt x="6987" y="0"/>
                  </a:moveTo>
                  <a:lnTo>
                    <a:pt x="1" y="8174"/>
                  </a:lnTo>
                  <a:lnTo>
                    <a:pt x="13030" y="20784"/>
                  </a:lnTo>
                  <a:lnTo>
                    <a:pt x="20086" y="13274"/>
                  </a:lnTo>
                  <a:lnTo>
                    <a:pt x="6987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23"/>
            <p:cNvSpPr/>
            <p:nvPr/>
          </p:nvSpPr>
          <p:spPr>
            <a:xfrm>
              <a:off x="8704952" y="4650638"/>
              <a:ext cx="628061" cy="629152"/>
            </a:xfrm>
            <a:custGeom>
              <a:avLst/>
              <a:gdLst/>
              <a:ahLst/>
              <a:cxnLst/>
              <a:rect l="l" t="t" r="r" b="b"/>
              <a:pathLst>
                <a:path w="20156" h="20191" extrusionOk="0">
                  <a:moveTo>
                    <a:pt x="7127" y="3145"/>
                  </a:moveTo>
                  <a:lnTo>
                    <a:pt x="17012" y="13065"/>
                  </a:lnTo>
                  <a:lnTo>
                    <a:pt x="13030" y="17047"/>
                  </a:lnTo>
                  <a:lnTo>
                    <a:pt x="3145" y="7127"/>
                  </a:lnTo>
                  <a:lnTo>
                    <a:pt x="7127" y="3145"/>
                  </a:lnTo>
                  <a:close/>
                  <a:moveTo>
                    <a:pt x="7127" y="1"/>
                  </a:moveTo>
                  <a:lnTo>
                    <a:pt x="1" y="7127"/>
                  </a:lnTo>
                  <a:lnTo>
                    <a:pt x="13030" y="20191"/>
                  </a:lnTo>
                  <a:lnTo>
                    <a:pt x="20156" y="13065"/>
                  </a:lnTo>
                  <a:lnTo>
                    <a:pt x="7127" y="1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23"/>
            <p:cNvSpPr/>
            <p:nvPr/>
          </p:nvSpPr>
          <p:spPr>
            <a:xfrm>
              <a:off x="4564536" y="4662635"/>
              <a:ext cx="963280" cy="790218"/>
            </a:xfrm>
            <a:custGeom>
              <a:avLst/>
              <a:gdLst/>
              <a:ahLst/>
              <a:cxnLst/>
              <a:rect l="l" t="t" r="r" b="b"/>
              <a:pathLst>
                <a:path w="30914" h="25360" extrusionOk="0">
                  <a:moveTo>
                    <a:pt x="7126" y="3144"/>
                  </a:moveTo>
                  <a:lnTo>
                    <a:pt x="18234" y="14252"/>
                  </a:lnTo>
                  <a:lnTo>
                    <a:pt x="23788" y="8698"/>
                  </a:lnTo>
                  <a:lnTo>
                    <a:pt x="27770" y="12680"/>
                  </a:lnTo>
                  <a:lnTo>
                    <a:pt x="18234" y="22216"/>
                  </a:lnTo>
                  <a:lnTo>
                    <a:pt x="3144" y="7126"/>
                  </a:lnTo>
                  <a:lnTo>
                    <a:pt x="7126" y="3144"/>
                  </a:lnTo>
                  <a:close/>
                  <a:moveTo>
                    <a:pt x="7126" y="0"/>
                  </a:moveTo>
                  <a:lnTo>
                    <a:pt x="0" y="7126"/>
                  </a:lnTo>
                  <a:lnTo>
                    <a:pt x="18234" y="25360"/>
                  </a:lnTo>
                  <a:lnTo>
                    <a:pt x="30914" y="12680"/>
                  </a:lnTo>
                  <a:lnTo>
                    <a:pt x="23788" y="5554"/>
                  </a:lnTo>
                  <a:lnTo>
                    <a:pt x="18234" y="11108"/>
                  </a:lnTo>
                  <a:lnTo>
                    <a:pt x="7126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23"/>
            <p:cNvSpPr/>
            <p:nvPr/>
          </p:nvSpPr>
          <p:spPr>
            <a:xfrm>
              <a:off x="6638016" y="4662635"/>
              <a:ext cx="966552" cy="1135252"/>
            </a:xfrm>
            <a:custGeom>
              <a:avLst/>
              <a:gdLst/>
              <a:ahLst/>
              <a:cxnLst/>
              <a:rect l="l" t="t" r="r" b="b"/>
              <a:pathLst>
                <a:path w="31019" h="36433" extrusionOk="0">
                  <a:moveTo>
                    <a:pt x="18304" y="3144"/>
                  </a:moveTo>
                  <a:lnTo>
                    <a:pt x="22286" y="7126"/>
                  </a:lnTo>
                  <a:lnTo>
                    <a:pt x="11213" y="18199"/>
                  </a:lnTo>
                  <a:lnTo>
                    <a:pt x="18129" y="25360"/>
                  </a:lnTo>
                  <a:lnTo>
                    <a:pt x="23544" y="19771"/>
                  </a:lnTo>
                  <a:lnTo>
                    <a:pt x="27805" y="23788"/>
                  </a:lnTo>
                  <a:lnTo>
                    <a:pt x="18129" y="33324"/>
                  </a:lnTo>
                  <a:lnTo>
                    <a:pt x="3144" y="18234"/>
                  </a:lnTo>
                  <a:lnTo>
                    <a:pt x="18304" y="3144"/>
                  </a:lnTo>
                  <a:close/>
                  <a:moveTo>
                    <a:pt x="18339" y="0"/>
                  </a:moveTo>
                  <a:lnTo>
                    <a:pt x="0" y="18234"/>
                  </a:lnTo>
                  <a:lnTo>
                    <a:pt x="18129" y="36433"/>
                  </a:lnTo>
                  <a:lnTo>
                    <a:pt x="31019" y="23753"/>
                  </a:lnTo>
                  <a:lnTo>
                    <a:pt x="23439" y="16662"/>
                  </a:lnTo>
                  <a:lnTo>
                    <a:pt x="18129" y="22181"/>
                  </a:lnTo>
                  <a:lnTo>
                    <a:pt x="14322" y="18234"/>
                  </a:lnTo>
                  <a:lnTo>
                    <a:pt x="25430" y="7126"/>
                  </a:lnTo>
                  <a:lnTo>
                    <a:pt x="18339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23"/>
            <p:cNvSpPr/>
            <p:nvPr/>
          </p:nvSpPr>
          <p:spPr>
            <a:xfrm>
              <a:off x="4391473" y="5181823"/>
              <a:ext cx="1136343" cy="962190"/>
            </a:xfrm>
            <a:custGeom>
              <a:avLst/>
              <a:gdLst/>
              <a:ahLst/>
              <a:cxnLst/>
              <a:rect l="l" t="t" r="r" b="b"/>
              <a:pathLst>
                <a:path w="36468" h="30879" extrusionOk="0">
                  <a:moveTo>
                    <a:pt x="7126" y="3144"/>
                  </a:moveTo>
                  <a:lnTo>
                    <a:pt x="23788" y="19771"/>
                  </a:lnTo>
                  <a:lnTo>
                    <a:pt x="29342" y="14217"/>
                  </a:lnTo>
                  <a:lnTo>
                    <a:pt x="33324" y="18199"/>
                  </a:lnTo>
                  <a:lnTo>
                    <a:pt x="23788" y="27735"/>
                  </a:lnTo>
                  <a:lnTo>
                    <a:pt x="3144" y="7126"/>
                  </a:lnTo>
                  <a:lnTo>
                    <a:pt x="7126" y="3144"/>
                  </a:lnTo>
                  <a:close/>
                  <a:moveTo>
                    <a:pt x="7126" y="0"/>
                  </a:moveTo>
                  <a:lnTo>
                    <a:pt x="0" y="7126"/>
                  </a:lnTo>
                  <a:lnTo>
                    <a:pt x="23788" y="30879"/>
                  </a:lnTo>
                  <a:lnTo>
                    <a:pt x="36468" y="18199"/>
                  </a:lnTo>
                  <a:lnTo>
                    <a:pt x="29342" y="11108"/>
                  </a:lnTo>
                  <a:lnTo>
                    <a:pt x="23788" y="16627"/>
                  </a:lnTo>
                  <a:lnTo>
                    <a:pt x="7126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23"/>
            <p:cNvSpPr/>
            <p:nvPr/>
          </p:nvSpPr>
          <p:spPr>
            <a:xfrm>
              <a:off x="3517435" y="4989161"/>
              <a:ext cx="625880" cy="647661"/>
            </a:xfrm>
            <a:custGeom>
              <a:avLst/>
              <a:gdLst/>
              <a:ahLst/>
              <a:cxnLst/>
              <a:rect l="l" t="t" r="r" b="b"/>
              <a:pathLst>
                <a:path w="20086" h="20785" extrusionOk="0">
                  <a:moveTo>
                    <a:pt x="7127" y="3284"/>
                  </a:moveTo>
                  <a:lnTo>
                    <a:pt x="16977" y="13309"/>
                  </a:lnTo>
                  <a:lnTo>
                    <a:pt x="12925" y="17640"/>
                  </a:lnTo>
                  <a:lnTo>
                    <a:pt x="3040" y="8034"/>
                  </a:lnTo>
                  <a:lnTo>
                    <a:pt x="7127" y="3284"/>
                  </a:lnTo>
                  <a:close/>
                  <a:moveTo>
                    <a:pt x="6987" y="0"/>
                  </a:moveTo>
                  <a:lnTo>
                    <a:pt x="1" y="8174"/>
                  </a:lnTo>
                  <a:lnTo>
                    <a:pt x="13030" y="20784"/>
                  </a:lnTo>
                  <a:lnTo>
                    <a:pt x="20086" y="13274"/>
                  </a:lnTo>
                  <a:lnTo>
                    <a:pt x="6987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23"/>
            <p:cNvSpPr/>
            <p:nvPr/>
          </p:nvSpPr>
          <p:spPr>
            <a:xfrm>
              <a:off x="3861379" y="4650638"/>
              <a:ext cx="628061" cy="629152"/>
            </a:xfrm>
            <a:custGeom>
              <a:avLst/>
              <a:gdLst/>
              <a:ahLst/>
              <a:cxnLst/>
              <a:rect l="l" t="t" r="r" b="b"/>
              <a:pathLst>
                <a:path w="20156" h="20191" extrusionOk="0">
                  <a:moveTo>
                    <a:pt x="7127" y="3145"/>
                  </a:moveTo>
                  <a:lnTo>
                    <a:pt x="17012" y="13065"/>
                  </a:lnTo>
                  <a:lnTo>
                    <a:pt x="13030" y="17047"/>
                  </a:lnTo>
                  <a:lnTo>
                    <a:pt x="3145" y="7127"/>
                  </a:lnTo>
                  <a:lnTo>
                    <a:pt x="7127" y="3145"/>
                  </a:lnTo>
                  <a:close/>
                  <a:moveTo>
                    <a:pt x="7127" y="1"/>
                  </a:moveTo>
                  <a:lnTo>
                    <a:pt x="1" y="7127"/>
                  </a:lnTo>
                  <a:lnTo>
                    <a:pt x="13030" y="20191"/>
                  </a:lnTo>
                  <a:lnTo>
                    <a:pt x="20156" y="13065"/>
                  </a:lnTo>
                  <a:lnTo>
                    <a:pt x="7127" y="1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23"/>
            <p:cNvSpPr/>
            <p:nvPr/>
          </p:nvSpPr>
          <p:spPr>
            <a:xfrm rot="-5400000">
              <a:off x="2265996" y="5357612"/>
              <a:ext cx="967643" cy="962190"/>
            </a:xfrm>
            <a:custGeom>
              <a:avLst/>
              <a:gdLst/>
              <a:ahLst/>
              <a:cxnLst/>
              <a:rect l="l" t="t" r="r" b="b"/>
              <a:pathLst>
                <a:path w="31054" h="30879" extrusionOk="0">
                  <a:moveTo>
                    <a:pt x="7650" y="3109"/>
                  </a:moveTo>
                  <a:lnTo>
                    <a:pt x="18793" y="14252"/>
                  </a:lnTo>
                  <a:lnTo>
                    <a:pt x="23928" y="9082"/>
                  </a:lnTo>
                  <a:lnTo>
                    <a:pt x="27875" y="12890"/>
                  </a:lnTo>
                  <a:lnTo>
                    <a:pt x="12750" y="27770"/>
                  </a:lnTo>
                  <a:lnTo>
                    <a:pt x="3109" y="18234"/>
                  </a:lnTo>
                  <a:lnTo>
                    <a:pt x="8454" y="12680"/>
                  </a:lnTo>
                  <a:lnTo>
                    <a:pt x="3319" y="7161"/>
                  </a:lnTo>
                  <a:lnTo>
                    <a:pt x="7650" y="3109"/>
                  </a:lnTo>
                  <a:close/>
                  <a:moveTo>
                    <a:pt x="7685" y="0"/>
                  </a:moveTo>
                  <a:lnTo>
                    <a:pt x="175" y="7056"/>
                  </a:lnTo>
                  <a:lnTo>
                    <a:pt x="5415" y="12645"/>
                  </a:lnTo>
                  <a:lnTo>
                    <a:pt x="0" y="18234"/>
                  </a:lnTo>
                  <a:lnTo>
                    <a:pt x="12750" y="30879"/>
                  </a:lnTo>
                  <a:lnTo>
                    <a:pt x="31054" y="12855"/>
                  </a:lnTo>
                  <a:lnTo>
                    <a:pt x="23928" y="5938"/>
                  </a:lnTo>
                  <a:lnTo>
                    <a:pt x="18793" y="11108"/>
                  </a:lnTo>
                  <a:lnTo>
                    <a:pt x="7685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23"/>
            <p:cNvSpPr/>
            <p:nvPr/>
          </p:nvSpPr>
          <p:spPr>
            <a:xfrm rot="-5400000">
              <a:off x="2779202" y="4824807"/>
              <a:ext cx="625880" cy="647661"/>
            </a:xfrm>
            <a:custGeom>
              <a:avLst/>
              <a:gdLst/>
              <a:ahLst/>
              <a:cxnLst/>
              <a:rect l="l" t="t" r="r" b="b"/>
              <a:pathLst>
                <a:path w="20086" h="20785" extrusionOk="0">
                  <a:moveTo>
                    <a:pt x="7127" y="3284"/>
                  </a:moveTo>
                  <a:lnTo>
                    <a:pt x="16977" y="13309"/>
                  </a:lnTo>
                  <a:lnTo>
                    <a:pt x="12925" y="17640"/>
                  </a:lnTo>
                  <a:lnTo>
                    <a:pt x="3040" y="8035"/>
                  </a:lnTo>
                  <a:lnTo>
                    <a:pt x="7127" y="3284"/>
                  </a:lnTo>
                  <a:close/>
                  <a:moveTo>
                    <a:pt x="6987" y="0"/>
                  </a:moveTo>
                  <a:lnTo>
                    <a:pt x="1" y="8174"/>
                  </a:lnTo>
                  <a:lnTo>
                    <a:pt x="13030" y="20784"/>
                  </a:lnTo>
                  <a:lnTo>
                    <a:pt x="20086" y="13274"/>
                  </a:lnTo>
                  <a:lnTo>
                    <a:pt x="6987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23"/>
            <p:cNvSpPr/>
            <p:nvPr/>
          </p:nvSpPr>
          <p:spPr>
            <a:xfrm rot="-5400000">
              <a:off x="-845314" y="5180732"/>
              <a:ext cx="963280" cy="963280"/>
            </a:xfrm>
            <a:custGeom>
              <a:avLst/>
              <a:gdLst/>
              <a:ahLst/>
              <a:cxnLst/>
              <a:rect l="l" t="t" r="r" b="b"/>
              <a:pathLst>
                <a:path w="30914" h="30914" extrusionOk="0">
                  <a:moveTo>
                    <a:pt x="23788" y="3144"/>
                  </a:moveTo>
                  <a:lnTo>
                    <a:pt x="27770" y="7126"/>
                  </a:lnTo>
                  <a:lnTo>
                    <a:pt x="7126" y="27770"/>
                  </a:lnTo>
                  <a:lnTo>
                    <a:pt x="3144" y="23788"/>
                  </a:lnTo>
                  <a:lnTo>
                    <a:pt x="23788" y="3144"/>
                  </a:lnTo>
                  <a:close/>
                  <a:moveTo>
                    <a:pt x="23788" y="0"/>
                  </a:moveTo>
                  <a:lnTo>
                    <a:pt x="0" y="23788"/>
                  </a:lnTo>
                  <a:lnTo>
                    <a:pt x="7126" y="30914"/>
                  </a:lnTo>
                  <a:lnTo>
                    <a:pt x="30914" y="7126"/>
                  </a:lnTo>
                  <a:lnTo>
                    <a:pt x="23788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23"/>
            <p:cNvSpPr/>
            <p:nvPr/>
          </p:nvSpPr>
          <p:spPr>
            <a:xfrm rot="-5400000">
              <a:off x="-845314" y="5180732"/>
              <a:ext cx="963280" cy="963280"/>
            </a:xfrm>
            <a:custGeom>
              <a:avLst/>
              <a:gdLst/>
              <a:ahLst/>
              <a:cxnLst/>
              <a:rect l="l" t="t" r="r" b="b"/>
              <a:pathLst>
                <a:path w="30914" h="30914" extrusionOk="0">
                  <a:moveTo>
                    <a:pt x="23788" y="3144"/>
                  </a:moveTo>
                  <a:lnTo>
                    <a:pt x="27770" y="7126"/>
                  </a:lnTo>
                  <a:lnTo>
                    <a:pt x="7126" y="27770"/>
                  </a:lnTo>
                  <a:lnTo>
                    <a:pt x="3144" y="23788"/>
                  </a:lnTo>
                  <a:lnTo>
                    <a:pt x="23788" y="3144"/>
                  </a:lnTo>
                  <a:close/>
                  <a:moveTo>
                    <a:pt x="23788" y="0"/>
                  </a:moveTo>
                  <a:lnTo>
                    <a:pt x="0" y="23788"/>
                  </a:lnTo>
                  <a:lnTo>
                    <a:pt x="7126" y="30914"/>
                  </a:lnTo>
                  <a:lnTo>
                    <a:pt x="30914" y="7126"/>
                  </a:lnTo>
                  <a:lnTo>
                    <a:pt x="23788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23"/>
            <p:cNvSpPr/>
            <p:nvPr/>
          </p:nvSpPr>
          <p:spPr>
            <a:xfrm rot="-5400000">
              <a:off x="376999" y="4673510"/>
              <a:ext cx="951315" cy="951315"/>
            </a:xfrm>
            <a:custGeom>
              <a:avLst/>
              <a:gdLst/>
              <a:ahLst/>
              <a:cxnLst/>
              <a:rect l="l" t="t" r="r" b="b"/>
              <a:pathLst>
                <a:path w="30530" h="30530" extrusionOk="0">
                  <a:moveTo>
                    <a:pt x="23404" y="3144"/>
                  </a:moveTo>
                  <a:lnTo>
                    <a:pt x="27386" y="7126"/>
                  </a:lnTo>
                  <a:lnTo>
                    <a:pt x="7126" y="27386"/>
                  </a:lnTo>
                  <a:lnTo>
                    <a:pt x="3144" y="23404"/>
                  </a:lnTo>
                  <a:lnTo>
                    <a:pt x="23404" y="3144"/>
                  </a:lnTo>
                  <a:close/>
                  <a:moveTo>
                    <a:pt x="23404" y="0"/>
                  </a:moveTo>
                  <a:lnTo>
                    <a:pt x="0" y="23404"/>
                  </a:lnTo>
                  <a:lnTo>
                    <a:pt x="7126" y="30530"/>
                  </a:lnTo>
                  <a:lnTo>
                    <a:pt x="30530" y="7126"/>
                  </a:lnTo>
                  <a:lnTo>
                    <a:pt x="23404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23"/>
            <p:cNvSpPr/>
            <p:nvPr/>
          </p:nvSpPr>
          <p:spPr>
            <a:xfrm rot="-5400000">
              <a:off x="-233612" y="4927121"/>
              <a:ext cx="791308" cy="950224"/>
            </a:xfrm>
            <a:custGeom>
              <a:avLst/>
              <a:gdLst/>
              <a:ahLst/>
              <a:cxnLst/>
              <a:rect l="l" t="t" r="r" b="b"/>
              <a:pathLst>
                <a:path w="25395" h="30495" extrusionOk="0">
                  <a:moveTo>
                    <a:pt x="18234" y="3074"/>
                  </a:moveTo>
                  <a:lnTo>
                    <a:pt x="22146" y="6707"/>
                  </a:lnTo>
                  <a:lnTo>
                    <a:pt x="16662" y="12051"/>
                  </a:lnTo>
                  <a:lnTo>
                    <a:pt x="22216" y="17780"/>
                  </a:lnTo>
                  <a:lnTo>
                    <a:pt x="12680" y="27351"/>
                  </a:lnTo>
                  <a:lnTo>
                    <a:pt x="3144" y="17815"/>
                  </a:lnTo>
                  <a:lnTo>
                    <a:pt x="18234" y="3074"/>
                  </a:lnTo>
                  <a:close/>
                  <a:moveTo>
                    <a:pt x="18234" y="0"/>
                  </a:moveTo>
                  <a:lnTo>
                    <a:pt x="0" y="17815"/>
                  </a:lnTo>
                  <a:lnTo>
                    <a:pt x="12680" y="30495"/>
                  </a:lnTo>
                  <a:lnTo>
                    <a:pt x="25360" y="17850"/>
                  </a:lnTo>
                  <a:lnTo>
                    <a:pt x="19806" y="12121"/>
                  </a:lnTo>
                  <a:lnTo>
                    <a:pt x="25395" y="6707"/>
                  </a:lnTo>
                  <a:lnTo>
                    <a:pt x="18234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23"/>
            <p:cNvSpPr/>
            <p:nvPr/>
          </p:nvSpPr>
          <p:spPr>
            <a:xfrm rot="-5400000">
              <a:off x="1143816" y="4575013"/>
              <a:ext cx="1482468" cy="1309406"/>
            </a:xfrm>
            <a:custGeom>
              <a:avLst/>
              <a:gdLst/>
              <a:ahLst/>
              <a:cxnLst/>
              <a:rect l="l" t="t" r="r" b="b"/>
              <a:pathLst>
                <a:path w="47576" h="42022" extrusionOk="0">
                  <a:moveTo>
                    <a:pt x="29342" y="3144"/>
                  </a:moveTo>
                  <a:lnTo>
                    <a:pt x="44397" y="18199"/>
                  </a:lnTo>
                  <a:lnTo>
                    <a:pt x="40450" y="22042"/>
                  </a:lnTo>
                  <a:lnTo>
                    <a:pt x="29342" y="11108"/>
                  </a:lnTo>
                  <a:lnTo>
                    <a:pt x="16662" y="23788"/>
                  </a:lnTo>
                  <a:lnTo>
                    <a:pt x="23753" y="31124"/>
                  </a:lnTo>
                  <a:lnTo>
                    <a:pt x="29342" y="25360"/>
                  </a:lnTo>
                  <a:lnTo>
                    <a:pt x="33324" y="29342"/>
                  </a:lnTo>
                  <a:lnTo>
                    <a:pt x="23788" y="38878"/>
                  </a:lnTo>
                  <a:lnTo>
                    <a:pt x="12680" y="27770"/>
                  </a:lnTo>
                  <a:lnTo>
                    <a:pt x="7126" y="33324"/>
                  </a:lnTo>
                  <a:lnTo>
                    <a:pt x="3144" y="29342"/>
                  </a:lnTo>
                  <a:lnTo>
                    <a:pt x="29342" y="3144"/>
                  </a:lnTo>
                  <a:close/>
                  <a:moveTo>
                    <a:pt x="29342" y="0"/>
                  </a:moveTo>
                  <a:lnTo>
                    <a:pt x="0" y="29342"/>
                  </a:lnTo>
                  <a:lnTo>
                    <a:pt x="7126" y="36468"/>
                  </a:lnTo>
                  <a:lnTo>
                    <a:pt x="12680" y="30914"/>
                  </a:lnTo>
                  <a:lnTo>
                    <a:pt x="23788" y="42022"/>
                  </a:lnTo>
                  <a:lnTo>
                    <a:pt x="36468" y="29342"/>
                  </a:lnTo>
                  <a:lnTo>
                    <a:pt x="29342" y="22216"/>
                  </a:lnTo>
                  <a:lnTo>
                    <a:pt x="23788" y="27910"/>
                  </a:lnTo>
                  <a:lnTo>
                    <a:pt x="19771" y="23788"/>
                  </a:lnTo>
                  <a:lnTo>
                    <a:pt x="29342" y="14252"/>
                  </a:lnTo>
                  <a:lnTo>
                    <a:pt x="40415" y="25150"/>
                  </a:lnTo>
                  <a:lnTo>
                    <a:pt x="47576" y="18269"/>
                  </a:lnTo>
                  <a:lnTo>
                    <a:pt x="29342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23"/>
            <p:cNvSpPr/>
            <p:nvPr/>
          </p:nvSpPr>
          <p:spPr>
            <a:xfrm rot="-5400000">
              <a:off x="2430334" y="4489027"/>
              <a:ext cx="628061" cy="629152"/>
            </a:xfrm>
            <a:custGeom>
              <a:avLst/>
              <a:gdLst/>
              <a:ahLst/>
              <a:cxnLst/>
              <a:rect l="l" t="t" r="r" b="b"/>
              <a:pathLst>
                <a:path w="20156" h="20191" extrusionOk="0">
                  <a:moveTo>
                    <a:pt x="7127" y="3145"/>
                  </a:moveTo>
                  <a:lnTo>
                    <a:pt x="17012" y="13065"/>
                  </a:lnTo>
                  <a:lnTo>
                    <a:pt x="13030" y="17047"/>
                  </a:lnTo>
                  <a:lnTo>
                    <a:pt x="3145" y="7127"/>
                  </a:lnTo>
                  <a:lnTo>
                    <a:pt x="7127" y="3145"/>
                  </a:lnTo>
                  <a:close/>
                  <a:moveTo>
                    <a:pt x="7127" y="1"/>
                  </a:moveTo>
                  <a:lnTo>
                    <a:pt x="1" y="7127"/>
                  </a:lnTo>
                  <a:lnTo>
                    <a:pt x="13030" y="20191"/>
                  </a:lnTo>
                  <a:lnTo>
                    <a:pt x="20156" y="13065"/>
                  </a:lnTo>
                  <a:lnTo>
                    <a:pt x="7127" y="1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23"/>
            <p:cNvSpPr/>
            <p:nvPr/>
          </p:nvSpPr>
          <p:spPr>
            <a:xfrm rot="-5400000">
              <a:off x="-147615" y="4487381"/>
              <a:ext cx="444092" cy="444092"/>
            </a:xfrm>
            <a:custGeom>
              <a:avLst/>
              <a:gdLst/>
              <a:ahLst/>
              <a:cxnLst/>
              <a:rect l="l" t="t" r="r" b="b"/>
              <a:pathLst>
                <a:path w="14252" h="14252" extrusionOk="0">
                  <a:moveTo>
                    <a:pt x="7126" y="3144"/>
                  </a:moveTo>
                  <a:lnTo>
                    <a:pt x="11073" y="7126"/>
                  </a:lnTo>
                  <a:lnTo>
                    <a:pt x="7126" y="11108"/>
                  </a:lnTo>
                  <a:lnTo>
                    <a:pt x="3144" y="7126"/>
                  </a:lnTo>
                  <a:lnTo>
                    <a:pt x="7126" y="3144"/>
                  </a:lnTo>
                  <a:close/>
                  <a:moveTo>
                    <a:pt x="7126" y="0"/>
                  </a:moveTo>
                  <a:lnTo>
                    <a:pt x="0" y="7126"/>
                  </a:lnTo>
                  <a:lnTo>
                    <a:pt x="7126" y="14252"/>
                  </a:lnTo>
                  <a:lnTo>
                    <a:pt x="14252" y="7126"/>
                  </a:lnTo>
                  <a:lnTo>
                    <a:pt x="71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23"/>
            <p:cNvSpPr/>
            <p:nvPr/>
          </p:nvSpPr>
          <p:spPr>
            <a:xfrm rot="-5400000">
              <a:off x="956037" y="4303952"/>
              <a:ext cx="628061" cy="629152"/>
            </a:xfrm>
            <a:custGeom>
              <a:avLst/>
              <a:gdLst/>
              <a:ahLst/>
              <a:cxnLst/>
              <a:rect l="l" t="t" r="r" b="b"/>
              <a:pathLst>
                <a:path w="20156" h="20191" extrusionOk="0">
                  <a:moveTo>
                    <a:pt x="7127" y="3145"/>
                  </a:moveTo>
                  <a:lnTo>
                    <a:pt x="17012" y="13065"/>
                  </a:lnTo>
                  <a:lnTo>
                    <a:pt x="13030" y="17047"/>
                  </a:lnTo>
                  <a:lnTo>
                    <a:pt x="3145" y="7127"/>
                  </a:lnTo>
                  <a:lnTo>
                    <a:pt x="7127" y="3145"/>
                  </a:lnTo>
                  <a:close/>
                  <a:moveTo>
                    <a:pt x="7127" y="1"/>
                  </a:moveTo>
                  <a:lnTo>
                    <a:pt x="1" y="7127"/>
                  </a:lnTo>
                  <a:lnTo>
                    <a:pt x="13030" y="20191"/>
                  </a:lnTo>
                  <a:lnTo>
                    <a:pt x="20156" y="13065"/>
                  </a:lnTo>
                  <a:lnTo>
                    <a:pt x="7127" y="1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23"/>
            <p:cNvSpPr/>
            <p:nvPr/>
          </p:nvSpPr>
          <p:spPr>
            <a:xfrm rot="-5400000">
              <a:off x="8367410" y="4316506"/>
              <a:ext cx="444092" cy="444092"/>
            </a:xfrm>
            <a:custGeom>
              <a:avLst/>
              <a:gdLst/>
              <a:ahLst/>
              <a:cxnLst/>
              <a:rect l="l" t="t" r="r" b="b"/>
              <a:pathLst>
                <a:path w="14252" h="14252" extrusionOk="0">
                  <a:moveTo>
                    <a:pt x="7126" y="3144"/>
                  </a:moveTo>
                  <a:lnTo>
                    <a:pt x="11073" y="7126"/>
                  </a:lnTo>
                  <a:lnTo>
                    <a:pt x="7126" y="11108"/>
                  </a:lnTo>
                  <a:lnTo>
                    <a:pt x="3144" y="7126"/>
                  </a:lnTo>
                  <a:lnTo>
                    <a:pt x="7126" y="3144"/>
                  </a:lnTo>
                  <a:close/>
                  <a:moveTo>
                    <a:pt x="7126" y="0"/>
                  </a:moveTo>
                  <a:lnTo>
                    <a:pt x="0" y="7126"/>
                  </a:lnTo>
                  <a:lnTo>
                    <a:pt x="7126" y="14252"/>
                  </a:lnTo>
                  <a:lnTo>
                    <a:pt x="14252" y="7126"/>
                  </a:lnTo>
                  <a:lnTo>
                    <a:pt x="71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23"/>
            <p:cNvSpPr/>
            <p:nvPr/>
          </p:nvSpPr>
          <p:spPr>
            <a:xfrm rot="-5400000">
              <a:off x="3330097" y="4495019"/>
              <a:ext cx="444092" cy="444092"/>
            </a:xfrm>
            <a:custGeom>
              <a:avLst/>
              <a:gdLst/>
              <a:ahLst/>
              <a:cxnLst/>
              <a:rect l="l" t="t" r="r" b="b"/>
              <a:pathLst>
                <a:path w="14252" h="14252" extrusionOk="0">
                  <a:moveTo>
                    <a:pt x="7126" y="3144"/>
                  </a:moveTo>
                  <a:lnTo>
                    <a:pt x="11073" y="7126"/>
                  </a:lnTo>
                  <a:lnTo>
                    <a:pt x="7126" y="11108"/>
                  </a:lnTo>
                  <a:lnTo>
                    <a:pt x="3144" y="7126"/>
                  </a:lnTo>
                  <a:lnTo>
                    <a:pt x="7126" y="3144"/>
                  </a:lnTo>
                  <a:close/>
                  <a:moveTo>
                    <a:pt x="7126" y="0"/>
                  </a:moveTo>
                  <a:lnTo>
                    <a:pt x="0" y="7126"/>
                  </a:lnTo>
                  <a:lnTo>
                    <a:pt x="7126" y="14252"/>
                  </a:lnTo>
                  <a:lnTo>
                    <a:pt x="14252" y="7126"/>
                  </a:lnTo>
                  <a:lnTo>
                    <a:pt x="71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81" name="Google Shape;681;p23"/>
          <p:cNvSpPr txBox="1">
            <a:spLocks noGrp="1"/>
          </p:cNvSpPr>
          <p:nvPr>
            <p:ph type="title"/>
          </p:nvPr>
        </p:nvSpPr>
        <p:spPr>
          <a:xfrm>
            <a:off x="598500" y="504030"/>
            <a:ext cx="7947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sign">
  <p:cSld name="TITLE_ONLY_2">
    <p:bg>
      <p:bgPr>
        <a:solidFill>
          <a:schemeClr val="dk1"/>
        </a:solidFill>
        <a:effectLst/>
      </p:bgPr>
    </p:bg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3" name="Google Shape;683;p24"/>
          <p:cNvGrpSpPr/>
          <p:nvPr/>
        </p:nvGrpSpPr>
        <p:grpSpPr>
          <a:xfrm>
            <a:off x="-701749" y="1741225"/>
            <a:ext cx="1764401" cy="3717045"/>
            <a:chOff x="357664" y="-1717975"/>
            <a:chExt cx="1764401" cy="3717045"/>
          </a:xfrm>
        </p:grpSpPr>
        <p:sp>
          <p:nvSpPr>
            <p:cNvPr id="684" name="Google Shape;684;p24"/>
            <p:cNvSpPr/>
            <p:nvPr/>
          </p:nvSpPr>
          <p:spPr>
            <a:xfrm rot="5400000">
              <a:off x="873595" y="169371"/>
              <a:ext cx="967643" cy="961130"/>
            </a:xfrm>
            <a:custGeom>
              <a:avLst/>
              <a:gdLst/>
              <a:ahLst/>
              <a:cxnLst/>
              <a:rect l="l" t="t" r="r" b="b"/>
              <a:pathLst>
                <a:path w="31054" h="30845" extrusionOk="0">
                  <a:moveTo>
                    <a:pt x="7650" y="3075"/>
                  </a:moveTo>
                  <a:lnTo>
                    <a:pt x="18793" y="14218"/>
                  </a:lnTo>
                  <a:lnTo>
                    <a:pt x="23928" y="9048"/>
                  </a:lnTo>
                  <a:lnTo>
                    <a:pt x="27875" y="12855"/>
                  </a:lnTo>
                  <a:lnTo>
                    <a:pt x="12750" y="27736"/>
                  </a:lnTo>
                  <a:lnTo>
                    <a:pt x="3109" y="18200"/>
                  </a:lnTo>
                  <a:lnTo>
                    <a:pt x="8454" y="12646"/>
                  </a:lnTo>
                  <a:lnTo>
                    <a:pt x="3319" y="7127"/>
                  </a:lnTo>
                  <a:lnTo>
                    <a:pt x="7650" y="3075"/>
                  </a:lnTo>
                  <a:close/>
                  <a:moveTo>
                    <a:pt x="7685" y="1"/>
                  </a:moveTo>
                  <a:lnTo>
                    <a:pt x="175" y="7022"/>
                  </a:lnTo>
                  <a:lnTo>
                    <a:pt x="5415" y="12611"/>
                  </a:lnTo>
                  <a:lnTo>
                    <a:pt x="0" y="18200"/>
                  </a:lnTo>
                  <a:lnTo>
                    <a:pt x="12750" y="30845"/>
                  </a:lnTo>
                  <a:lnTo>
                    <a:pt x="31054" y="12821"/>
                  </a:lnTo>
                  <a:lnTo>
                    <a:pt x="23928" y="5904"/>
                  </a:lnTo>
                  <a:lnTo>
                    <a:pt x="18793" y="11074"/>
                  </a:lnTo>
                  <a:lnTo>
                    <a:pt x="768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24"/>
            <p:cNvSpPr/>
            <p:nvPr/>
          </p:nvSpPr>
          <p:spPr>
            <a:xfrm rot="5400000">
              <a:off x="1210980" y="-1050777"/>
              <a:ext cx="801124" cy="801124"/>
            </a:xfrm>
            <a:custGeom>
              <a:avLst/>
              <a:gdLst/>
              <a:ahLst/>
              <a:cxnLst/>
              <a:rect l="l" t="t" r="r" b="b"/>
              <a:pathLst>
                <a:path w="25710" h="25710" extrusionOk="0">
                  <a:moveTo>
                    <a:pt x="18584" y="3144"/>
                  </a:moveTo>
                  <a:lnTo>
                    <a:pt x="22566" y="7126"/>
                  </a:lnTo>
                  <a:lnTo>
                    <a:pt x="7127" y="22565"/>
                  </a:lnTo>
                  <a:lnTo>
                    <a:pt x="3145" y="18583"/>
                  </a:lnTo>
                  <a:lnTo>
                    <a:pt x="18584" y="3144"/>
                  </a:lnTo>
                  <a:close/>
                  <a:moveTo>
                    <a:pt x="18584" y="0"/>
                  </a:moveTo>
                  <a:lnTo>
                    <a:pt x="1" y="18583"/>
                  </a:lnTo>
                  <a:lnTo>
                    <a:pt x="7127" y="25709"/>
                  </a:lnTo>
                  <a:lnTo>
                    <a:pt x="25710" y="7126"/>
                  </a:lnTo>
                  <a:lnTo>
                    <a:pt x="1858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24"/>
            <p:cNvSpPr/>
            <p:nvPr/>
          </p:nvSpPr>
          <p:spPr>
            <a:xfrm rot="5400000">
              <a:off x="368009" y="-1728320"/>
              <a:ext cx="1295259" cy="1315949"/>
            </a:xfrm>
            <a:custGeom>
              <a:avLst/>
              <a:gdLst/>
              <a:ahLst/>
              <a:cxnLst/>
              <a:rect l="l" t="t" r="r" b="b"/>
              <a:pathLst>
                <a:path w="41568" h="42232" extrusionOk="0">
                  <a:moveTo>
                    <a:pt x="7091" y="3249"/>
                  </a:moveTo>
                  <a:lnTo>
                    <a:pt x="38459" y="35106"/>
                  </a:lnTo>
                  <a:lnTo>
                    <a:pt x="34442" y="39088"/>
                  </a:lnTo>
                  <a:lnTo>
                    <a:pt x="3039" y="7685"/>
                  </a:lnTo>
                  <a:lnTo>
                    <a:pt x="7091" y="3249"/>
                  </a:lnTo>
                  <a:close/>
                  <a:moveTo>
                    <a:pt x="7021" y="0"/>
                  </a:moveTo>
                  <a:lnTo>
                    <a:pt x="0" y="7755"/>
                  </a:lnTo>
                  <a:lnTo>
                    <a:pt x="34442" y="42232"/>
                  </a:lnTo>
                  <a:lnTo>
                    <a:pt x="41568" y="35141"/>
                  </a:lnTo>
                  <a:lnTo>
                    <a:pt x="702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24"/>
            <p:cNvSpPr/>
            <p:nvPr/>
          </p:nvSpPr>
          <p:spPr>
            <a:xfrm rot="5400000">
              <a:off x="702683" y="1016175"/>
              <a:ext cx="625880" cy="647661"/>
            </a:xfrm>
            <a:custGeom>
              <a:avLst/>
              <a:gdLst/>
              <a:ahLst/>
              <a:cxnLst/>
              <a:rect l="l" t="t" r="r" b="b"/>
              <a:pathLst>
                <a:path w="20086" h="20785" extrusionOk="0">
                  <a:moveTo>
                    <a:pt x="7127" y="3284"/>
                  </a:moveTo>
                  <a:lnTo>
                    <a:pt x="16977" y="13309"/>
                  </a:lnTo>
                  <a:lnTo>
                    <a:pt x="12925" y="17640"/>
                  </a:lnTo>
                  <a:lnTo>
                    <a:pt x="3040" y="8034"/>
                  </a:lnTo>
                  <a:lnTo>
                    <a:pt x="7127" y="3284"/>
                  </a:lnTo>
                  <a:close/>
                  <a:moveTo>
                    <a:pt x="6987" y="0"/>
                  </a:moveTo>
                  <a:lnTo>
                    <a:pt x="1" y="8174"/>
                  </a:lnTo>
                  <a:lnTo>
                    <a:pt x="13030" y="20784"/>
                  </a:lnTo>
                  <a:lnTo>
                    <a:pt x="20086" y="13274"/>
                  </a:lnTo>
                  <a:lnTo>
                    <a:pt x="698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24"/>
            <p:cNvSpPr/>
            <p:nvPr/>
          </p:nvSpPr>
          <p:spPr>
            <a:xfrm rot="5400000">
              <a:off x="1049369" y="1370464"/>
              <a:ext cx="628061" cy="629152"/>
            </a:xfrm>
            <a:custGeom>
              <a:avLst/>
              <a:gdLst/>
              <a:ahLst/>
              <a:cxnLst/>
              <a:rect l="l" t="t" r="r" b="b"/>
              <a:pathLst>
                <a:path w="20156" h="20191" extrusionOk="0">
                  <a:moveTo>
                    <a:pt x="7127" y="3145"/>
                  </a:moveTo>
                  <a:lnTo>
                    <a:pt x="17012" y="13065"/>
                  </a:lnTo>
                  <a:lnTo>
                    <a:pt x="13030" y="17047"/>
                  </a:lnTo>
                  <a:lnTo>
                    <a:pt x="3145" y="7127"/>
                  </a:lnTo>
                  <a:lnTo>
                    <a:pt x="7127" y="3145"/>
                  </a:lnTo>
                  <a:close/>
                  <a:moveTo>
                    <a:pt x="7127" y="1"/>
                  </a:moveTo>
                  <a:lnTo>
                    <a:pt x="1" y="7127"/>
                  </a:lnTo>
                  <a:lnTo>
                    <a:pt x="13030" y="20191"/>
                  </a:lnTo>
                  <a:lnTo>
                    <a:pt x="20156" y="13065"/>
                  </a:lnTo>
                  <a:lnTo>
                    <a:pt x="712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24"/>
            <p:cNvSpPr/>
            <p:nvPr/>
          </p:nvSpPr>
          <p:spPr>
            <a:xfrm rot="5400000">
              <a:off x="615076" y="-780277"/>
              <a:ext cx="966552" cy="1135252"/>
            </a:xfrm>
            <a:custGeom>
              <a:avLst/>
              <a:gdLst/>
              <a:ahLst/>
              <a:cxnLst/>
              <a:rect l="l" t="t" r="r" b="b"/>
              <a:pathLst>
                <a:path w="31019" h="36433" extrusionOk="0">
                  <a:moveTo>
                    <a:pt x="18304" y="3144"/>
                  </a:moveTo>
                  <a:lnTo>
                    <a:pt x="22286" y="7126"/>
                  </a:lnTo>
                  <a:lnTo>
                    <a:pt x="11213" y="18199"/>
                  </a:lnTo>
                  <a:lnTo>
                    <a:pt x="18129" y="25360"/>
                  </a:lnTo>
                  <a:lnTo>
                    <a:pt x="23544" y="19771"/>
                  </a:lnTo>
                  <a:lnTo>
                    <a:pt x="27805" y="23788"/>
                  </a:lnTo>
                  <a:lnTo>
                    <a:pt x="18129" y="33324"/>
                  </a:lnTo>
                  <a:lnTo>
                    <a:pt x="3144" y="18234"/>
                  </a:lnTo>
                  <a:lnTo>
                    <a:pt x="18304" y="3144"/>
                  </a:lnTo>
                  <a:close/>
                  <a:moveTo>
                    <a:pt x="18339" y="0"/>
                  </a:moveTo>
                  <a:lnTo>
                    <a:pt x="0" y="18234"/>
                  </a:lnTo>
                  <a:lnTo>
                    <a:pt x="18129" y="36433"/>
                  </a:lnTo>
                  <a:lnTo>
                    <a:pt x="31019" y="23753"/>
                  </a:lnTo>
                  <a:lnTo>
                    <a:pt x="23439" y="16662"/>
                  </a:lnTo>
                  <a:lnTo>
                    <a:pt x="18129" y="22181"/>
                  </a:lnTo>
                  <a:lnTo>
                    <a:pt x="14322" y="18234"/>
                  </a:lnTo>
                  <a:lnTo>
                    <a:pt x="25430" y="7126"/>
                  </a:lnTo>
                  <a:lnTo>
                    <a:pt x="1833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24"/>
            <p:cNvSpPr/>
            <p:nvPr/>
          </p:nvSpPr>
          <p:spPr>
            <a:xfrm rot="5400000">
              <a:off x="1677972" y="610779"/>
              <a:ext cx="444092" cy="444092"/>
            </a:xfrm>
            <a:custGeom>
              <a:avLst/>
              <a:gdLst/>
              <a:ahLst/>
              <a:cxnLst/>
              <a:rect l="l" t="t" r="r" b="b"/>
              <a:pathLst>
                <a:path w="14252" h="14252" extrusionOk="0">
                  <a:moveTo>
                    <a:pt x="7126" y="3144"/>
                  </a:moveTo>
                  <a:lnTo>
                    <a:pt x="11073" y="7126"/>
                  </a:lnTo>
                  <a:lnTo>
                    <a:pt x="7126" y="11108"/>
                  </a:lnTo>
                  <a:lnTo>
                    <a:pt x="3144" y="7126"/>
                  </a:lnTo>
                  <a:lnTo>
                    <a:pt x="7126" y="3144"/>
                  </a:lnTo>
                  <a:close/>
                  <a:moveTo>
                    <a:pt x="7126" y="0"/>
                  </a:moveTo>
                  <a:lnTo>
                    <a:pt x="0" y="7126"/>
                  </a:lnTo>
                  <a:lnTo>
                    <a:pt x="7126" y="14252"/>
                  </a:lnTo>
                  <a:lnTo>
                    <a:pt x="14252" y="7126"/>
                  </a:lnTo>
                  <a:lnTo>
                    <a:pt x="712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1" name="Google Shape;691;p24"/>
          <p:cNvGrpSpPr/>
          <p:nvPr/>
        </p:nvGrpSpPr>
        <p:grpSpPr>
          <a:xfrm rot="10800000">
            <a:off x="8157526" y="-467175"/>
            <a:ext cx="1764401" cy="3717045"/>
            <a:chOff x="357664" y="-1717975"/>
            <a:chExt cx="1764401" cy="3717045"/>
          </a:xfrm>
        </p:grpSpPr>
        <p:sp>
          <p:nvSpPr>
            <p:cNvPr id="692" name="Google Shape;692;p24"/>
            <p:cNvSpPr/>
            <p:nvPr/>
          </p:nvSpPr>
          <p:spPr>
            <a:xfrm rot="5400000">
              <a:off x="873595" y="169371"/>
              <a:ext cx="967643" cy="961130"/>
            </a:xfrm>
            <a:custGeom>
              <a:avLst/>
              <a:gdLst/>
              <a:ahLst/>
              <a:cxnLst/>
              <a:rect l="l" t="t" r="r" b="b"/>
              <a:pathLst>
                <a:path w="31054" h="30845" extrusionOk="0">
                  <a:moveTo>
                    <a:pt x="7650" y="3075"/>
                  </a:moveTo>
                  <a:lnTo>
                    <a:pt x="18793" y="14218"/>
                  </a:lnTo>
                  <a:lnTo>
                    <a:pt x="23928" y="9048"/>
                  </a:lnTo>
                  <a:lnTo>
                    <a:pt x="27875" y="12855"/>
                  </a:lnTo>
                  <a:lnTo>
                    <a:pt x="12750" y="27736"/>
                  </a:lnTo>
                  <a:lnTo>
                    <a:pt x="3109" y="18200"/>
                  </a:lnTo>
                  <a:lnTo>
                    <a:pt x="8454" y="12646"/>
                  </a:lnTo>
                  <a:lnTo>
                    <a:pt x="3319" y="7127"/>
                  </a:lnTo>
                  <a:lnTo>
                    <a:pt x="7650" y="3075"/>
                  </a:lnTo>
                  <a:close/>
                  <a:moveTo>
                    <a:pt x="7685" y="1"/>
                  </a:moveTo>
                  <a:lnTo>
                    <a:pt x="175" y="7022"/>
                  </a:lnTo>
                  <a:lnTo>
                    <a:pt x="5415" y="12611"/>
                  </a:lnTo>
                  <a:lnTo>
                    <a:pt x="0" y="18200"/>
                  </a:lnTo>
                  <a:lnTo>
                    <a:pt x="12750" y="30845"/>
                  </a:lnTo>
                  <a:lnTo>
                    <a:pt x="31054" y="12821"/>
                  </a:lnTo>
                  <a:lnTo>
                    <a:pt x="23928" y="5904"/>
                  </a:lnTo>
                  <a:lnTo>
                    <a:pt x="18793" y="11074"/>
                  </a:lnTo>
                  <a:lnTo>
                    <a:pt x="768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24"/>
            <p:cNvSpPr/>
            <p:nvPr/>
          </p:nvSpPr>
          <p:spPr>
            <a:xfrm rot="5400000">
              <a:off x="1210980" y="-1050777"/>
              <a:ext cx="801124" cy="801124"/>
            </a:xfrm>
            <a:custGeom>
              <a:avLst/>
              <a:gdLst/>
              <a:ahLst/>
              <a:cxnLst/>
              <a:rect l="l" t="t" r="r" b="b"/>
              <a:pathLst>
                <a:path w="25710" h="25710" extrusionOk="0">
                  <a:moveTo>
                    <a:pt x="18584" y="3144"/>
                  </a:moveTo>
                  <a:lnTo>
                    <a:pt x="22566" y="7126"/>
                  </a:lnTo>
                  <a:lnTo>
                    <a:pt x="7127" y="22565"/>
                  </a:lnTo>
                  <a:lnTo>
                    <a:pt x="3145" y="18583"/>
                  </a:lnTo>
                  <a:lnTo>
                    <a:pt x="18584" y="3144"/>
                  </a:lnTo>
                  <a:close/>
                  <a:moveTo>
                    <a:pt x="18584" y="0"/>
                  </a:moveTo>
                  <a:lnTo>
                    <a:pt x="1" y="18583"/>
                  </a:lnTo>
                  <a:lnTo>
                    <a:pt x="7127" y="25709"/>
                  </a:lnTo>
                  <a:lnTo>
                    <a:pt x="25710" y="7126"/>
                  </a:lnTo>
                  <a:lnTo>
                    <a:pt x="1858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24"/>
            <p:cNvSpPr/>
            <p:nvPr/>
          </p:nvSpPr>
          <p:spPr>
            <a:xfrm rot="5400000">
              <a:off x="368009" y="-1728320"/>
              <a:ext cx="1295259" cy="1315949"/>
            </a:xfrm>
            <a:custGeom>
              <a:avLst/>
              <a:gdLst/>
              <a:ahLst/>
              <a:cxnLst/>
              <a:rect l="l" t="t" r="r" b="b"/>
              <a:pathLst>
                <a:path w="41568" h="42232" extrusionOk="0">
                  <a:moveTo>
                    <a:pt x="7091" y="3249"/>
                  </a:moveTo>
                  <a:lnTo>
                    <a:pt x="38459" y="35106"/>
                  </a:lnTo>
                  <a:lnTo>
                    <a:pt x="34442" y="39088"/>
                  </a:lnTo>
                  <a:lnTo>
                    <a:pt x="3039" y="7685"/>
                  </a:lnTo>
                  <a:lnTo>
                    <a:pt x="7091" y="3249"/>
                  </a:lnTo>
                  <a:close/>
                  <a:moveTo>
                    <a:pt x="7021" y="0"/>
                  </a:moveTo>
                  <a:lnTo>
                    <a:pt x="0" y="7755"/>
                  </a:lnTo>
                  <a:lnTo>
                    <a:pt x="34442" y="42232"/>
                  </a:lnTo>
                  <a:lnTo>
                    <a:pt x="41568" y="35141"/>
                  </a:lnTo>
                  <a:lnTo>
                    <a:pt x="702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24"/>
            <p:cNvSpPr/>
            <p:nvPr/>
          </p:nvSpPr>
          <p:spPr>
            <a:xfrm rot="5400000">
              <a:off x="702683" y="1016175"/>
              <a:ext cx="625880" cy="647661"/>
            </a:xfrm>
            <a:custGeom>
              <a:avLst/>
              <a:gdLst/>
              <a:ahLst/>
              <a:cxnLst/>
              <a:rect l="l" t="t" r="r" b="b"/>
              <a:pathLst>
                <a:path w="20086" h="20785" extrusionOk="0">
                  <a:moveTo>
                    <a:pt x="7127" y="3284"/>
                  </a:moveTo>
                  <a:lnTo>
                    <a:pt x="16977" y="13309"/>
                  </a:lnTo>
                  <a:lnTo>
                    <a:pt x="12925" y="17640"/>
                  </a:lnTo>
                  <a:lnTo>
                    <a:pt x="3040" y="8034"/>
                  </a:lnTo>
                  <a:lnTo>
                    <a:pt x="7127" y="3284"/>
                  </a:lnTo>
                  <a:close/>
                  <a:moveTo>
                    <a:pt x="6987" y="0"/>
                  </a:moveTo>
                  <a:lnTo>
                    <a:pt x="1" y="8174"/>
                  </a:lnTo>
                  <a:lnTo>
                    <a:pt x="13030" y="20784"/>
                  </a:lnTo>
                  <a:lnTo>
                    <a:pt x="20086" y="13274"/>
                  </a:lnTo>
                  <a:lnTo>
                    <a:pt x="698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24"/>
            <p:cNvSpPr/>
            <p:nvPr/>
          </p:nvSpPr>
          <p:spPr>
            <a:xfrm rot="5400000">
              <a:off x="1049369" y="1370464"/>
              <a:ext cx="628061" cy="629152"/>
            </a:xfrm>
            <a:custGeom>
              <a:avLst/>
              <a:gdLst/>
              <a:ahLst/>
              <a:cxnLst/>
              <a:rect l="l" t="t" r="r" b="b"/>
              <a:pathLst>
                <a:path w="20156" h="20191" extrusionOk="0">
                  <a:moveTo>
                    <a:pt x="7127" y="3145"/>
                  </a:moveTo>
                  <a:lnTo>
                    <a:pt x="17012" y="13065"/>
                  </a:lnTo>
                  <a:lnTo>
                    <a:pt x="13030" y="17047"/>
                  </a:lnTo>
                  <a:lnTo>
                    <a:pt x="3145" y="7127"/>
                  </a:lnTo>
                  <a:lnTo>
                    <a:pt x="7127" y="3145"/>
                  </a:lnTo>
                  <a:close/>
                  <a:moveTo>
                    <a:pt x="7127" y="1"/>
                  </a:moveTo>
                  <a:lnTo>
                    <a:pt x="1" y="7127"/>
                  </a:lnTo>
                  <a:lnTo>
                    <a:pt x="13030" y="20191"/>
                  </a:lnTo>
                  <a:lnTo>
                    <a:pt x="20156" y="13065"/>
                  </a:lnTo>
                  <a:lnTo>
                    <a:pt x="712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24"/>
            <p:cNvSpPr/>
            <p:nvPr/>
          </p:nvSpPr>
          <p:spPr>
            <a:xfrm rot="5400000">
              <a:off x="615076" y="-780277"/>
              <a:ext cx="966552" cy="1135252"/>
            </a:xfrm>
            <a:custGeom>
              <a:avLst/>
              <a:gdLst/>
              <a:ahLst/>
              <a:cxnLst/>
              <a:rect l="l" t="t" r="r" b="b"/>
              <a:pathLst>
                <a:path w="31019" h="36433" extrusionOk="0">
                  <a:moveTo>
                    <a:pt x="18304" y="3144"/>
                  </a:moveTo>
                  <a:lnTo>
                    <a:pt x="22286" y="7126"/>
                  </a:lnTo>
                  <a:lnTo>
                    <a:pt x="11213" y="18199"/>
                  </a:lnTo>
                  <a:lnTo>
                    <a:pt x="18129" y="25360"/>
                  </a:lnTo>
                  <a:lnTo>
                    <a:pt x="23544" y="19771"/>
                  </a:lnTo>
                  <a:lnTo>
                    <a:pt x="27805" y="23788"/>
                  </a:lnTo>
                  <a:lnTo>
                    <a:pt x="18129" y="33324"/>
                  </a:lnTo>
                  <a:lnTo>
                    <a:pt x="3144" y="18234"/>
                  </a:lnTo>
                  <a:lnTo>
                    <a:pt x="18304" y="3144"/>
                  </a:lnTo>
                  <a:close/>
                  <a:moveTo>
                    <a:pt x="18339" y="0"/>
                  </a:moveTo>
                  <a:lnTo>
                    <a:pt x="0" y="18234"/>
                  </a:lnTo>
                  <a:lnTo>
                    <a:pt x="18129" y="36433"/>
                  </a:lnTo>
                  <a:lnTo>
                    <a:pt x="31019" y="23753"/>
                  </a:lnTo>
                  <a:lnTo>
                    <a:pt x="23439" y="16662"/>
                  </a:lnTo>
                  <a:lnTo>
                    <a:pt x="18129" y="22181"/>
                  </a:lnTo>
                  <a:lnTo>
                    <a:pt x="14322" y="18234"/>
                  </a:lnTo>
                  <a:lnTo>
                    <a:pt x="25430" y="7126"/>
                  </a:lnTo>
                  <a:lnTo>
                    <a:pt x="1833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24"/>
            <p:cNvSpPr/>
            <p:nvPr/>
          </p:nvSpPr>
          <p:spPr>
            <a:xfrm rot="5400000">
              <a:off x="1677972" y="610779"/>
              <a:ext cx="444092" cy="444092"/>
            </a:xfrm>
            <a:custGeom>
              <a:avLst/>
              <a:gdLst/>
              <a:ahLst/>
              <a:cxnLst/>
              <a:rect l="l" t="t" r="r" b="b"/>
              <a:pathLst>
                <a:path w="14252" h="14252" extrusionOk="0">
                  <a:moveTo>
                    <a:pt x="7126" y="3144"/>
                  </a:moveTo>
                  <a:lnTo>
                    <a:pt x="11073" y="7126"/>
                  </a:lnTo>
                  <a:lnTo>
                    <a:pt x="7126" y="11108"/>
                  </a:lnTo>
                  <a:lnTo>
                    <a:pt x="3144" y="7126"/>
                  </a:lnTo>
                  <a:lnTo>
                    <a:pt x="7126" y="3144"/>
                  </a:lnTo>
                  <a:close/>
                  <a:moveTo>
                    <a:pt x="7126" y="0"/>
                  </a:moveTo>
                  <a:lnTo>
                    <a:pt x="0" y="7126"/>
                  </a:lnTo>
                  <a:lnTo>
                    <a:pt x="7126" y="14252"/>
                  </a:lnTo>
                  <a:lnTo>
                    <a:pt x="14252" y="7126"/>
                  </a:lnTo>
                  <a:lnTo>
                    <a:pt x="712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wo Columns 1">
  <p:cSld name="CAPTION_ONLY_1_2">
    <p:bg>
      <p:bgPr>
        <a:solidFill>
          <a:schemeClr val="accent1"/>
        </a:solidFill>
        <a:effectLst/>
      </p:bgPr>
    </p:bg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26"/>
          <p:cNvSpPr txBox="1">
            <a:spLocks noGrp="1"/>
          </p:cNvSpPr>
          <p:nvPr>
            <p:ph type="title"/>
          </p:nvPr>
        </p:nvSpPr>
        <p:spPr>
          <a:xfrm>
            <a:off x="598500" y="504030"/>
            <a:ext cx="7947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grpSp>
        <p:nvGrpSpPr>
          <p:cNvPr id="721" name="Google Shape;721;p26"/>
          <p:cNvGrpSpPr/>
          <p:nvPr/>
        </p:nvGrpSpPr>
        <p:grpSpPr>
          <a:xfrm>
            <a:off x="6538847" y="-343124"/>
            <a:ext cx="4088223" cy="2704813"/>
            <a:chOff x="6538847" y="-343124"/>
            <a:chExt cx="4088223" cy="2704813"/>
          </a:xfrm>
        </p:grpSpPr>
        <p:sp>
          <p:nvSpPr>
            <p:cNvPr id="722" name="Google Shape;722;p26"/>
            <p:cNvSpPr/>
            <p:nvPr/>
          </p:nvSpPr>
          <p:spPr>
            <a:xfrm>
              <a:off x="8453442" y="1225346"/>
              <a:ext cx="789127" cy="790218"/>
            </a:xfrm>
            <a:custGeom>
              <a:avLst/>
              <a:gdLst/>
              <a:ahLst/>
              <a:cxnLst/>
              <a:rect l="l" t="t" r="r" b="b"/>
              <a:pathLst>
                <a:path w="25325" h="25360" extrusionOk="0">
                  <a:moveTo>
                    <a:pt x="7126" y="3144"/>
                  </a:moveTo>
                  <a:lnTo>
                    <a:pt x="22216" y="18234"/>
                  </a:lnTo>
                  <a:lnTo>
                    <a:pt x="18234" y="22216"/>
                  </a:lnTo>
                  <a:lnTo>
                    <a:pt x="3144" y="7126"/>
                  </a:lnTo>
                  <a:lnTo>
                    <a:pt x="7126" y="3144"/>
                  </a:lnTo>
                  <a:close/>
                  <a:moveTo>
                    <a:pt x="7126" y="0"/>
                  </a:moveTo>
                  <a:lnTo>
                    <a:pt x="0" y="7126"/>
                  </a:lnTo>
                  <a:lnTo>
                    <a:pt x="18234" y="25360"/>
                  </a:lnTo>
                  <a:lnTo>
                    <a:pt x="25325" y="18234"/>
                  </a:lnTo>
                  <a:lnTo>
                    <a:pt x="7126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26"/>
            <p:cNvSpPr/>
            <p:nvPr/>
          </p:nvSpPr>
          <p:spPr>
            <a:xfrm>
              <a:off x="7934254" y="534186"/>
              <a:ext cx="2692816" cy="1654440"/>
            </a:xfrm>
            <a:custGeom>
              <a:avLst/>
              <a:gdLst/>
              <a:ahLst/>
              <a:cxnLst/>
              <a:rect l="l" t="t" r="r" b="b"/>
              <a:pathLst>
                <a:path w="86419" h="53095" extrusionOk="0">
                  <a:moveTo>
                    <a:pt x="23788" y="3109"/>
                  </a:moveTo>
                  <a:lnTo>
                    <a:pt x="45969" y="25325"/>
                  </a:lnTo>
                  <a:lnTo>
                    <a:pt x="57461" y="13868"/>
                  </a:lnTo>
                  <a:lnTo>
                    <a:pt x="66997" y="23404"/>
                  </a:lnTo>
                  <a:lnTo>
                    <a:pt x="63015" y="27351"/>
                  </a:lnTo>
                  <a:lnTo>
                    <a:pt x="57461" y="21832"/>
                  </a:lnTo>
                  <a:lnTo>
                    <a:pt x="49986" y="29307"/>
                  </a:lnTo>
                  <a:lnTo>
                    <a:pt x="62631" y="41987"/>
                  </a:lnTo>
                  <a:lnTo>
                    <a:pt x="79293" y="25325"/>
                  </a:lnTo>
                  <a:lnTo>
                    <a:pt x="83275" y="29307"/>
                  </a:lnTo>
                  <a:lnTo>
                    <a:pt x="62631" y="49951"/>
                  </a:lnTo>
                  <a:lnTo>
                    <a:pt x="23788" y="11073"/>
                  </a:lnTo>
                  <a:lnTo>
                    <a:pt x="7126" y="27735"/>
                  </a:lnTo>
                  <a:lnTo>
                    <a:pt x="3144" y="23753"/>
                  </a:lnTo>
                  <a:lnTo>
                    <a:pt x="23788" y="3109"/>
                  </a:lnTo>
                  <a:close/>
                  <a:moveTo>
                    <a:pt x="23788" y="0"/>
                  </a:moveTo>
                  <a:lnTo>
                    <a:pt x="0" y="23753"/>
                  </a:lnTo>
                  <a:lnTo>
                    <a:pt x="7126" y="30879"/>
                  </a:lnTo>
                  <a:lnTo>
                    <a:pt x="23788" y="14217"/>
                  </a:lnTo>
                  <a:lnTo>
                    <a:pt x="62631" y="53095"/>
                  </a:lnTo>
                  <a:lnTo>
                    <a:pt x="86419" y="29307"/>
                  </a:lnTo>
                  <a:lnTo>
                    <a:pt x="79293" y="22181"/>
                  </a:lnTo>
                  <a:lnTo>
                    <a:pt x="62631" y="38843"/>
                  </a:lnTo>
                  <a:lnTo>
                    <a:pt x="53095" y="29307"/>
                  </a:lnTo>
                  <a:lnTo>
                    <a:pt x="57461" y="24941"/>
                  </a:lnTo>
                  <a:lnTo>
                    <a:pt x="62980" y="30495"/>
                  </a:lnTo>
                  <a:lnTo>
                    <a:pt x="70106" y="23369"/>
                  </a:lnTo>
                  <a:lnTo>
                    <a:pt x="57461" y="10724"/>
                  </a:lnTo>
                  <a:lnTo>
                    <a:pt x="45969" y="22181"/>
                  </a:lnTo>
                  <a:lnTo>
                    <a:pt x="23788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26"/>
            <p:cNvSpPr/>
            <p:nvPr/>
          </p:nvSpPr>
          <p:spPr>
            <a:xfrm>
              <a:off x="9145692" y="1917596"/>
              <a:ext cx="443002" cy="444092"/>
            </a:xfrm>
            <a:custGeom>
              <a:avLst/>
              <a:gdLst/>
              <a:ahLst/>
              <a:cxnLst/>
              <a:rect l="l" t="t" r="r" b="b"/>
              <a:pathLst>
                <a:path w="14217" h="14252" extrusionOk="0">
                  <a:moveTo>
                    <a:pt x="7091" y="3144"/>
                  </a:moveTo>
                  <a:lnTo>
                    <a:pt x="11073" y="7126"/>
                  </a:lnTo>
                  <a:lnTo>
                    <a:pt x="7091" y="11108"/>
                  </a:lnTo>
                  <a:lnTo>
                    <a:pt x="3109" y="7126"/>
                  </a:lnTo>
                  <a:lnTo>
                    <a:pt x="7091" y="3144"/>
                  </a:lnTo>
                  <a:close/>
                  <a:moveTo>
                    <a:pt x="7091" y="0"/>
                  </a:moveTo>
                  <a:lnTo>
                    <a:pt x="0" y="7126"/>
                  </a:lnTo>
                  <a:lnTo>
                    <a:pt x="7091" y="14252"/>
                  </a:lnTo>
                  <a:lnTo>
                    <a:pt x="14217" y="7126"/>
                  </a:lnTo>
                  <a:lnTo>
                    <a:pt x="70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26"/>
            <p:cNvSpPr/>
            <p:nvPr/>
          </p:nvSpPr>
          <p:spPr>
            <a:xfrm>
              <a:off x="8107317" y="188061"/>
              <a:ext cx="444092" cy="443002"/>
            </a:xfrm>
            <a:custGeom>
              <a:avLst/>
              <a:gdLst/>
              <a:ahLst/>
              <a:cxnLst/>
              <a:rect l="l" t="t" r="r" b="b"/>
              <a:pathLst>
                <a:path w="14252" h="14217" extrusionOk="0">
                  <a:moveTo>
                    <a:pt x="7126" y="3109"/>
                  </a:moveTo>
                  <a:lnTo>
                    <a:pt x="11108" y="7126"/>
                  </a:lnTo>
                  <a:lnTo>
                    <a:pt x="7126" y="11108"/>
                  </a:lnTo>
                  <a:lnTo>
                    <a:pt x="3144" y="7126"/>
                  </a:lnTo>
                  <a:lnTo>
                    <a:pt x="7126" y="3109"/>
                  </a:lnTo>
                  <a:close/>
                  <a:moveTo>
                    <a:pt x="7126" y="0"/>
                  </a:moveTo>
                  <a:lnTo>
                    <a:pt x="0" y="7126"/>
                  </a:lnTo>
                  <a:lnTo>
                    <a:pt x="7126" y="14217"/>
                  </a:lnTo>
                  <a:lnTo>
                    <a:pt x="14252" y="7126"/>
                  </a:lnTo>
                  <a:lnTo>
                    <a:pt x="71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26"/>
            <p:cNvSpPr/>
            <p:nvPr/>
          </p:nvSpPr>
          <p:spPr>
            <a:xfrm>
              <a:off x="8293435" y="-338762"/>
              <a:ext cx="1295259" cy="1315949"/>
            </a:xfrm>
            <a:custGeom>
              <a:avLst/>
              <a:gdLst/>
              <a:ahLst/>
              <a:cxnLst/>
              <a:rect l="l" t="t" r="r" b="b"/>
              <a:pathLst>
                <a:path w="41568" h="42232" extrusionOk="0">
                  <a:moveTo>
                    <a:pt x="7091" y="3249"/>
                  </a:moveTo>
                  <a:lnTo>
                    <a:pt x="38459" y="35106"/>
                  </a:lnTo>
                  <a:lnTo>
                    <a:pt x="34442" y="39088"/>
                  </a:lnTo>
                  <a:lnTo>
                    <a:pt x="3039" y="7685"/>
                  </a:lnTo>
                  <a:lnTo>
                    <a:pt x="7091" y="3249"/>
                  </a:lnTo>
                  <a:close/>
                  <a:moveTo>
                    <a:pt x="7021" y="0"/>
                  </a:moveTo>
                  <a:lnTo>
                    <a:pt x="0" y="7755"/>
                  </a:lnTo>
                  <a:lnTo>
                    <a:pt x="34442" y="42232"/>
                  </a:lnTo>
                  <a:lnTo>
                    <a:pt x="41568" y="35141"/>
                  </a:lnTo>
                  <a:lnTo>
                    <a:pt x="70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26"/>
            <p:cNvSpPr/>
            <p:nvPr/>
          </p:nvSpPr>
          <p:spPr>
            <a:xfrm>
              <a:off x="7242003" y="-331127"/>
              <a:ext cx="963280" cy="790218"/>
            </a:xfrm>
            <a:custGeom>
              <a:avLst/>
              <a:gdLst/>
              <a:ahLst/>
              <a:cxnLst/>
              <a:rect l="l" t="t" r="r" b="b"/>
              <a:pathLst>
                <a:path w="30914" h="25360" extrusionOk="0">
                  <a:moveTo>
                    <a:pt x="7126" y="3144"/>
                  </a:moveTo>
                  <a:lnTo>
                    <a:pt x="18234" y="14252"/>
                  </a:lnTo>
                  <a:lnTo>
                    <a:pt x="23788" y="8698"/>
                  </a:lnTo>
                  <a:lnTo>
                    <a:pt x="27770" y="12680"/>
                  </a:lnTo>
                  <a:lnTo>
                    <a:pt x="18234" y="22216"/>
                  </a:lnTo>
                  <a:lnTo>
                    <a:pt x="3144" y="7126"/>
                  </a:lnTo>
                  <a:lnTo>
                    <a:pt x="7126" y="3144"/>
                  </a:lnTo>
                  <a:close/>
                  <a:moveTo>
                    <a:pt x="7126" y="0"/>
                  </a:moveTo>
                  <a:lnTo>
                    <a:pt x="0" y="7126"/>
                  </a:lnTo>
                  <a:lnTo>
                    <a:pt x="18234" y="25360"/>
                  </a:lnTo>
                  <a:lnTo>
                    <a:pt x="30914" y="12680"/>
                  </a:lnTo>
                  <a:lnTo>
                    <a:pt x="23788" y="5554"/>
                  </a:lnTo>
                  <a:lnTo>
                    <a:pt x="18234" y="11108"/>
                  </a:lnTo>
                  <a:lnTo>
                    <a:pt x="7126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26"/>
            <p:cNvSpPr/>
            <p:nvPr/>
          </p:nvSpPr>
          <p:spPr>
            <a:xfrm>
              <a:off x="7068941" y="188061"/>
              <a:ext cx="1136343" cy="962190"/>
            </a:xfrm>
            <a:custGeom>
              <a:avLst/>
              <a:gdLst/>
              <a:ahLst/>
              <a:cxnLst/>
              <a:rect l="l" t="t" r="r" b="b"/>
              <a:pathLst>
                <a:path w="36468" h="30879" extrusionOk="0">
                  <a:moveTo>
                    <a:pt x="7126" y="3144"/>
                  </a:moveTo>
                  <a:lnTo>
                    <a:pt x="23788" y="19771"/>
                  </a:lnTo>
                  <a:lnTo>
                    <a:pt x="29342" y="14217"/>
                  </a:lnTo>
                  <a:lnTo>
                    <a:pt x="33324" y="18199"/>
                  </a:lnTo>
                  <a:lnTo>
                    <a:pt x="23788" y="27735"/>
                  </a:lnTo>
                  <a:lnTo>
                    <a:pt x="3144" y="7126"/>
                  </a:lnTo>
                  <a:lnTo>
                    <a:pt x="7126" y="3144"/>
                  </a:lnTo>
                  <a:close/>
                  <a:moveTo>
                    <a:pt x="7126" y="0"/>
                  </a:moveTo>
                  <a:lnTo>
                    <a:pt x="0" y="7126"/>
                  </a:lnTo>
                  <a:lnTo>
                    <a:pt x="23788" y="30879"/>
                  </a:lnTo>
                  <a:lnTo>
                    <a:pt x="36468" y="18199"/>
                  </a:lnTo>
                  <a:lnTo>
                    <a:pt x="29342" y="11108"/>
                  </a:lnTo>
                  <a:lnTo>
                    <a:pt x="23788" y="16627"/>
                  </a:lnTo>
                  <a:lnTo>
                    <a:pt x="7126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26"/>
            <p:cNvSpPr/>
            <p:nvPr/>
          </p:nvSpPr>
          <p:spPr>
            <a:xfrm>
              <a:off x="6538847" y="-343124"/>
              <a:ext cx="628061" cy="629152"/>
            </a:xfrm>
            <a:custGeom>
              <a:avLst/>
              <a:gdLst/>
              <a:ahLst/>
              <a:cxnLst/>
              <a:rect l="l" t="t" r="r" b="b"/>
              <a:pathLst>
                <a:path w="20156" h="20191" extrusionOk="0">
                  <a:moveTo>
                    <a:pt x="7127" y="3145"/>
                  </a:moveTo>
                  <a:lnTo>
                    <a:pt x="17012" y="13065"/>
                  </a:lnTo>
                  <a:lnTo>
                    <a:pt x="13030" y="17047"/>
                  </a:lnTo>
                  <a:lnTo>
                    <a:pt x="3145" y="7127"/>
                  </a:lnTo>
                  <a:lnTo>
                    <a:pt x="7127" y="3145"/>
                  </a:lnTo>
                  <a:close/>
                  <a:moveTo>
                    <a:pt x="7127" y="1"/>
                  </a:moveTo>
                  <a:lnTo>
                    <a:pt x="1" y="7127"/>
                  </a:lnTo>
                  <a:lnTo>
                    <a:pt x="13030" y="20191"/>
                  </a:lnTo>
                  <a:lnTo>
                    <a:pt x="20156" y="13065"/>
                  </a:lnTo>
                  <a:lnTo>
                    <a:pt x="712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30" name="Google Shape;730;p26"/>
          <p:cNvSpPr txBox="1">
            <a:spLocks noGrp="1"/>
          </p:cNvSpPr>
          <p:nvPr>
            <p:ph type="title" idx="2"/>
          </p:nvPr>
        </p:nvSpPr>
        <p:spPr>
          <a:xfrm>
            <a:off x="1696588" y="3025175"/>
            <a:ext cx="2391300" cy="66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31" name="Google Shape;731;p26"/>
          <p:cNvSpPr txBox="1">
            <a:spLocks noGrp="1"/>
          </p:cNvSpPr>
          <p:nvPr>
            <p:ph type="subTitle" idx="1"/>
          </p:nvPr>
        </p:nvSpPr>
        <p:spPr>
          <a:xfrm>
            <a:off x="1696587" y="3680625"/>
            <a:ext cx="2391300" cy="79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 sz="1400">
                <a:solidFill>
                  <a:schemeClr val="accent4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32" name="Google Shape;732;p26"/>
          <p:cNvSpPr txBox="1">
            <a:spLocks noGrp="1"/>
          </p:cNvSpPr>
          <p:nvPr>
            <p:ph type="title" idx="3"/>
          </p:nvPr>
        </p:nvSpPr>
        <p:spPr>
          <a:xfrm>
            <a:off x="5056113" y="3025175"/>
            <a:ext cx="2391300" cy="66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33" name="Google Shape;733;p26"/>
          <p:cNvSpPr txBox="1">
            <a:spLocks noGrp="1"/>
          </p:cNvSpPr>
          <p:nvPr>
            <p:ph type="subTitle" idx="4"/>
          </p:nvPr>
        </p:nvSpPr>
        <p:spPr>
          <a:xfrm>
            <a:off x="5056112" y="3680625"/>
            <a:ext cx="2391300" cy="79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 sz="1400">
                <a:solidFill>
                  <a:schemeClr val="accent4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">
    <p:spTree>
      <p:nvGrpSpPr>
        <p:cNvPr id="1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TITLE_1_1">
    <p:bg>
      <p:bgPr>
        <a:solidFill>
          <a:schemeClr val="accent1"/>
        </a:solidFill>
        <a:effectLst/>
      </p:bgPr>
    </p:bg>
    <p:spTree>
      <p:nvGrpSpPr>
        <p:cNvPr id="1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IG_NUMBER_1">
    <p:spTree>
      <p:nvGrpSpPr>
        <p:cNvPr id="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2" name="Google Shape;982;p33"/>
          <p:cNvGrpSpPr/>
          <p:nvPr/>
        </p:nvGrpSpPr>
        <p:grpSpPr>
          <a:xfrm>
            <a:off x="-845314" y="4217822"/>
            <a:ext cx="10178327" cy="2024574"/>
            <a:chOff x="-845314" y="4304497"/>
            <a:chExt cx="10178327" cy="2024574"/>
          </a:xfrm>
        </p:grpSpPr>
        <p:sp>
          <p:nvSpPr>
            <p:cNvPr id="983" name="Google Shape;983;p33"/>
            <p:cNvSpPr/>
            <p:nvPr/>
          </p:nvSpPr>
          <p:spPr>
            <a:xfrm>
              <a:off x="5429849" y="5181823"/>
              <a:ext cx="444092" cy="443002"/>
            </a:xfrm>
            <a:custGeom>
              <a:avLst/>
              <a:gdLst/>
              <a:ahLst/>
              <a:cxnLst/>
              <a:rect l="l" t="t" r="r" b="b"/>
              <a:pathLst>
                <a:path w="14252" h="14217" extrusionOk="0">
                  <a:moveTo>
                    <a:pt x="7126" y="3109"/>
                  </a:moveTo>
                  <a:lnTo>
                    <a:pt x="11108" y="7126"/>
                  </a:lnTo>
                  <a:lnTo>
                    <a:pt x="7126" y="11108"/>
                  </a:lnTo>
                  <a:lnTo>
                    <a:pt x="3144" y="7126"/>
                  </a:lnTo>
                  <a:lnTo>
                    <a:pt x="7126" y="3109"/>
                  </a:lnTo>
                  <a:close/>
                  <a:moveTo>
                    <a:pt x="7126" y="0"/>
                  </a:moveTo>
                  <a:lnTo>
                    <a:pt x="0" y="7126"/>
                  </a:lnTo>
                  <a:lnTo>
                    <a:pt x="7126" y="14217"/>
                  </a:lnTo>
                  <a:lnTo>
                    <a:pt x="14252" y="7126"/>
                  </a:lnTo>
                  <a:lnTo>
                    <a:pt x="71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33"/>
            <p:cNvSpPr/>
            <p:nvPr/>
          </p:nvSpPr>
          <p:spPr>
            <a:xfrm>
              <a:off x="3181094" y="5365760"/>
              <a:ext cx="1308346" cy="963311"/>
            </a:xfrm>
            <a:custGeom>
              <a:avLst/>
              <a:gdLst/>
              <a:ahLst/>
              <a:cxnLst/>
              <a:rect l="l" t="t" r="r" b="b"/>
              <a:pathLst>
                <a:path w="41988" h="30915" extrusionOk="0">
                  <a:moveTo>
                    <a:pt x="7127" y="3144"/>
                  </a:moveTo>
                  <a:lnTo>
                    <a:pt x="23789" y="19806"/>
                  </a:lnTo>
                  <a:lnTo>
                    <a:pt x="34862" y="8698"/>
                  </a:lnTo>
                  <a:lnTo>
                    <a:pt x="38844" y="12680"/>
                  </a:lnTo>
                  <a:lnTo>
                    <a:pt x="23789" y="27770"/>
                  </a:lnTo>
                  <a:lnTo>
                    <a:pt x="3145" y="7126"/>
                  </a:lnTo>
                  <a:lnTo>
                    <a:pt x="7127" y="3144"/>
                  </a:lnTo>
                  <a:close/>
                  <a:moveTo>
                    <a:pt x="7127" y="0"/>
                  </a:moveTo>
                  <a:lnTo>
                    <a:pt x="1" y="7126"/>
                  </a:lnTo>
                  <a:lnTo>
                    <a:pt x="23789" y="30914"/>
                  </a:lnTo>
                  <a:lnTo>
                    <a:pt x="41988" y="12680"/>
                  </a:lnTo>
                  <a:lnTo>
                    <a:pt x="34862" y="5554"/>
                  </a:lnTo>
                  <a:lnTo>
                    <a:pt x="23789" y="16662"/>
                  </a:lnTo>
                  <a:lnTo>
                    <a:pt x="7127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33"/>
            <p:cNvSpPr/>
            <p:nvPr/>
          </p:nvSpPr>
          <p:spPr>
            <a:xfrm>
              <a:off x="3517435" y="4989161"/>
              <a:ext cx="625880" cy="647661"/>
            </a:xfrm>
            <a:custGeom>
              <a:avLst/>
              <a:gdLst/>
              <a:ahLst/>
              <a:cxnLst/>
              <a:rect l="l" t="t" r="r" b="b"/>
              <a:pathLst>
                <a:path w="20086" h="20785" extrusionOk="0">
                  <a:moveTo>
                    <a:pt x="7127" y="3284"/>
                  </a:moveTo>
                  <a:lnTo>
                    <a:pt x="16977" y="13309"/>
                  </a:lnTo>
                  <a:lnTo>
                    <a:pt x="12925" y="17640"/>
                  </a:lnTo>
                  <a:lnTo>
                    <a:pt x="3040" y="8034"/>
                  </a:lnTo>
                  <a:lnTo>
                    <a:pt x="7127" y="3284"/>
                  </a:lnTo>
                  <a:close/>
                  <a:moveTo>
                    <a:pt x="6987" y="0"/>
                  </a:moveTo>
                  <a:lnTo>
                    <a:pt x="1" y="8174"/>
                  </a:lnTo>
                  <a:lnTo>
                    <a:pt x="13030" y="20784"/>
                  </a:lnTo>
                  <a:lnTo>
                    <a:pt x="20086" y="13274"/>
                  </a:lnTo>
                  <a:lnTo>
                    <a:pt x="6987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33"/>
            <p:cNvSpPr/>
            <p:nvPr/>
          </p:nvSpPr>
          <p:spPr>
            <a:xfrm>
              <a:off x="7500057" y="4490632"/>
              <a:ext cx="967643" cy="961130"/>
            </a:xfrm>
            <a:custGeom>
              <a:avLst/>
              <a:gdLst/>
              <a:ahLst/>
              <a:cxnLst/>
              <a:rect l="l" t="t" r="r" b="b"/>
              <a:pathLst>
                <a:path w="31054" h="30845" extrusionOk="0">
                  <a:moveTo>
                    <a:pt x="7650" y="3075"/>
                  </a:moveTo>
                  <a:lnTo>
                    <a:pt x="18793" y="14218"/>
                  </a:lnTo>
                  <a:lnTo>
                    <a:pt x="23928" y="9048"/>
                  </a:lnTo>
                  <a:lnTo>
                    <a:pt x="27875" y="12855"/>
                  </a:lnTo>
                  <a:lnTo>
                    <a:pt x="12750" y="27736"/>
                  </a:lnTo>
                  <a:lnTo>
                    <a:pt x="3109" y="18200"/>
                  </a:lnTo>
                  <a:lnTo>
                    <a:pt x="8454" y="12646"/>
                  </a:lnTo>
                  <a:lnTo>
                    <a:pt x="3319" y="7127"/>
                  </a:lnTo>
                  <a:lnTo>
                    <a:pt x="7650" y="3075"/>
                  </a:lnTo>
                  <a:close/>
                  <a:moveTo>
                    <a:pt x="7685" y="1"/>
                  </a:moveTo>
                  <a:lnTo>
                    <a:pt x="175" y="7022"/>
                  </a:lnTo>
                  <a:lnTo>
                    <a:pt x="5415" y="12611"/>
                  </a:lnTo>
                  <a:lnTo>
                    <a:pt x="0" y="18200"/>
                  </a:lnTo>
                  <a:lnTo>
                    <a:pt x="12750" y="30845"/>
                  </a:lnTo>
                  <a:lnTo>
                    <a:pt x="31054" y="12821"/>
                  </a:lnTo>
                  <a:lnTo>
                    <a:pt x="23928" y="5904"/>
                  </a:lnTo>
                  <a:lnTo>
                    <a:pt x="18793" y="11074"/>
                  </a:lnTo>
                  <a:lnTo>
                    <a:pt x="768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33"/>
            <p:cNvSpPr/>
            <p:nvPr/>
          </p:nvSpPr>
          <p:spPr>
            <a:xfrm>
              <a:off x="6283166" y="4316510"/>
              <a:ext cx="801124" cy="801124"/>
            </a:xfrm>
            <a:custGeom>
              <a:avLst/>
              <a:gdLst/>
              <a:ahLst/>
              <a:cxnLst/>
              <a:rect l="l" t="t" r="r" b="b"/>
              <a:pathLst>
                <a:path w="25710" h="25710" extrusionOk="0">
                  <a:moveTo>
                    <a:pt x="18584" y="3144"/>
                  </a:moveTo>
                  <a:lnTo>
                    <a:pt x="22566" y="7126"/>
                  </a:lnTo>
                  <a:lnTo>
                    <a:pt x="7127" y="22565"/>
                  </a:lnTo>
                  <a:lnTo>
                    <a:pt x="3145" y="18583"/>
                  </a:lnTo>
                  <a:lnTo>
                    <a:pt x="18584" y="3144"/>
                  </a:lnTo>
                  <a:close/>
                  <a:moveTo>
                    <a:pt x="18584" y="0"/>
                  </a:moveTo>
                  <a:lnTo>
                    <a:pt x="1" y="18583"/>
                  </a:lnTo>
                  <a:lnTo>
                    <a:pt x="7127" y="25709"/>
                  </a:lnTo>
                  <a:lnTo>
                    <a:pt x="25710" y="7126"/>
                  </a:lnTo>
                  <a:lnTo>
                    <a:pt x="18584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33"/>
            <p:cNvSpPr/>
            <p:nvPr/>
          </p:nvSpPr>
          <p:spPr>
            <a:xfrm>
              <a:off x="5615968" y="4655001"/>
              <a:ext cx="1295259" cy="1315949"/>
            </a:xfrm>
            <a:custGeom>
              <a:avLst/>
              <a:gdLst/>
              <a:ahLst/>
              <a:cxnLst/>
              <a:rect l="l" t="t" r="r" b="b"/>
              <a:pathLst>
                <a:path w="41568" h="42232" extrusionOk="0">
                  <a:moveTo>
                    <a:pt x="7091" y="3249"/>
                  </a:moveTo>
                  <a:lnTo>
                    <a:pt x="38459" y="35106"/>
                  </a:lnTo>
                  <a:lnTo>
                    <a:pt x="34442" y="39088"/>
                  </a:lnTo>
                  <a:lnTo>
                    <a:pt x="3039" y="7685"/>
                  </a:lnTo>
                  <a:lnTo>
                    <a:pt x="7091" y="3249"/>
                  </a:lnTo>
                  <a:close/>
                  <a:moveTo>
                    <a:pt x="7021" y="0"/>
                  </a:moveTo>
                  <a:lnTo>
                    <a:pt x="0" y="7755"/>
                  </a:lnTo>
                  <a:lnTo>
                    <a:pt x="34442" y="42232"/>
                  </a:lnTo>
                  <a:lnTo>
                    <a:pt x="41568" y="35141"/>
                  </a:lnTo>
                  <a:lnTo>
                    <a:pt x="7021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33"/>
            <p:cNvSpPr/>
            <p:nvPr/>
          </p:nvSpPr>
          <p:spPr>
            <a:xfrm>
              <a:off x="3861379" y="4650638"/>
              <a:ext cx="628061" cy="629152"/>
            </a:xfrm>
            <a:custGeom>
              <a:avLst/>
              <a:gdLst/>
              <a:ahLst/>
              <a:cxnLst/>
              <a:rect l="l" t="t" r="r" b="b"/>
              <a:pathLst>
                <a:path w="20156" h="20191" extrusionOk="0">
                  <a:moveTo>
                    <a:pt x="7127" y="3145"/>
                  </a:moveTo>
                  <a:lnTo>
                    <a:pt x="17012" y="13065"/>
                  </a:lnTo>
                  <a:lnTo>
                    <a:pt x="13030" y="17047"/>
                  </a:lnTo>
                  <a:lnTo>
                    <a:pt x="3145" y="7127"/>
                  </a:lnTo>
                  <a:lnTo>
                    <a:pt x="7127" y="3145"/>
                  </a:lnTo>
                  <a:close/>
                  <a:moveTo>
                    <a:pt x="7127" y="1"/>
                  </a:moveTo>
                  <a:lnTo>
                    <a:pt x="1" y="7127"/>
                  </a:lnTo>
                  <a:lnTo>
                    <a:pt x="13030" y="20191"/>
                  </a:lnTo>
                  <a:lnTo>
                    <a:pt x="20156" y="13065"/>
                  </a:lnTo>
                  <a:lnTo>
                    <a:pt x="7127" y="1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33"/>
            <p:cNvSpPr/>
            <p:nvPr/>
          </p:nvSpPr>
          <p:spPr>
            <a:xfrm>
              <a:off x="8361008" y="4989161"/>
              <a:ext cx="625880" cy="647661"/>
            </a:xfrm>
            <a:custGeom>
              <a:avLst/>
              <a:gdLst/>
              <a:ahLst/>
              <a:cxnLst/>
              <a:rect l="l" t="t" r="r" b="b"/>
              <a:pathLst>
                <a:path w="20086" h="20785" extrusionOk="0">
                  <a:moveTo>
                    <a:pt x="7127" y="3284"/>
                  </a:moveTo>
                  <a:lnTo>
                    <a:pt x="16977" y="13309"/>
                  </a:lnTo>
                  <a:lnTo>
                    <a:pt x="12925" y="17640"/>
                  </a:lnTo>
                  <a:lnTo>
                    <a:pt x="3040" y="8034"/>
                  </a:lnTo>
                  <a:lnTo>
                    <a:pt x="7127" y="3284"/>
                  </a:lnTo>
                  <a:close/>
                  <a:moveTo>
                    <a:pt x="6987" y="0"/>
                  </a:moveTo>
                  <a:lnTo>
                    <a:pt x="1" y="8174"/>
                  </a:lnTo>
                  <a:lnTo>
                    <a:pt x="13030" y="20784"/>
                  </a:lnTo>
                  <a:lnTo>
                    <a:pt x="20086" y="13274"/>
                  </a:lnTo>
                  <a:lnTo>
                    <a:pt x="6987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33"/>
            <p:cNvSpPr/>
            <p:nvPr/>
          </p:nvSpPr>
          <p:spPr>
            <a:xfrm>
              <a:off x="8704952" y="4650638"/>
              <a:ext cx="628061" cy="629152"/>
            </a:xfrm>
            <a:custGeom>
              <a:avLst/>
              <a:gdLst/>
              <a:ahLst/>
              <a:cxnLst/>
              <a:rect l="l" t="t" r="r" b="b"/>
              <a:pathLst>
                <a:path w="20156" h="20191" extrusionOk="0">
                  <a:moveTo>
                    <a:pt x="7127" y="3145"/>
                  </a:moveTo>
                  <a:lnTo>
                    <a:pt x="17012" y="13065"/>
                  </a:lnTo>
                  <a:lnTo>
                    <a:pt x="13030" y="17047"/>
                  </a:lnTo>
                  <a:lnTo>
                    <a:pt x="3145" y="7127"/>
                  </a:lnTo>
                  <a:lnTo>
                    <a:pt x="7127" y="3145"/>
                  </a:lnTo>
                  <a:close/>
                  <a:moveTo>
                    <a:pt x="7127" y="1"/>
                  </a:moveTo>
                  <a:lnTo>
                    <a:pt x="1" y="7127"/>
                  </a:lnTo>
                  <a:lnTo>
                    <a:pt x="13030" y="20191"/>
                  </a:lnTo>
                  <a:lnTo>
                    <a:pt x="20156" y="13065"/>
                  </a:lnTo>
                  <a:lnTo>
                    <a:pt x="7127" y="1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33"/>
            <p:cNvSpPr/>
            <p:nvPr/>
          </p:nvSpPr>
          <p:spPr>
            <a:xfrm>
              <a:off x="4564536" y="4662635"/>
              <a:ext cx="963280" cy="790218"/>
            </a:xfrm>
            <a:custGeom>
              <a:avLst/>
              <a:gdLst/>
              <a:ahLst/>
              <a:cxnLst/>
              <a:rect l="l" t="t" r="r" b="b"/>
              <a:pathLst>
                <a:path w="30914" h="25360" extrusionOk="0">
                  <a:moveTo>
                    <a:pt x="7126" y="3144"/>
                  </a:moveTo>
                  <a:lnTo>
                    <a:pt x="18234" y="14252"/>
                  </a:lnTo>
                  <a:lnTo>
                    <a:pt x="23788" y="8698"/>
                  </a:lnTo>
                  <a:lnTo>
                    <a:pt x="27770" y="12680"/>
                  </a:lnTo>
                  <a:lnTo>
                    <a:pt x="18234" y="22216"/>
                  </a:lnTo>
                  <a:lnTo>
                    <a:pt x="3144" y="7126"/>
                  </a:lnTo>
                  <a:lnTo>
                    <a:pt x="7126" y="3144"/>
                  </a:lnTo>
                  <a:close/>
                  <a:moveTo>
                    <a:pt x="7126" y="0"/>
                  </a:moveTo>
                  <a:lnTo>
                    <a:pt x="0" y="7126"/>
                  </a:lnTo>
                  <a:lnTo>
                    <a:pt x="18234" y="25360"/>
                  </a:lnTo>
                  <a:lnTo>
                    <a:pt x="30914" y="12680"/>
                  </a:lnTo>
                  <a:lnTo>
                    <a:pt x="23788" y="5554"/>
                  </a:lnTo>
                  <a:lnTo>
                    <a:pt x="18234" y="11108"/>
                  </a:lnTo>
                  <a:lnTo>
                    <a:pt x="7126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33"/>
            <p:cNvSpPr/>
            <p:nvPr/>
          </p:nvSpPr>
          <p:spPr>
            <a:xfrm>
              <a:off x="6638016" y="4662635"/>
              <a:ext cx="966552" cy="1135252"/>
            </a:xfrm>
            <a:custGeom>
              <a:avLst/>
              <a:gdLst/>
              <a:ahLst/>
              <a:cxnLst/>
              <a:rect l="l" t="t" r="r" b="b"/>
              <a:pathLst>
                <a:path w="31019" h="36433" extrusionOk="0">
                  <a:moveTo>
                    <a:pt x="18304" y="3144"/>
                  </a:moveTo>
                  <a:lnTo>
                    <a:pt x="22286" y="7126"/>
                  </a:lnTo>
                  <a:lnTo>
                    <a:pt x="11213" y="18199"/>
                  </a:lnTo>
                  <a:lnTo>
                    <a:pt x="18129" y="25360"/>
                  </a:lnTo>
                  <a:lnTo>
                    <a:pt x="23544" y="19771"/>
                  </a:lnTo>
                  <a:lnTo>
                    <a:pt x="27805" y="23788"/>
                  </a:lnTo>
                  <a:lnTo>
                    <a:pt x="18129" y="33324"/>
                  </a:lnTo>
                  <a:lnTo>
                    <a:pt x="3144" y="18234"/>
                  </a:lnTo>
                  <a:lnTo>
                    <a:pt x="18304" y="3144"/>
                  </a:lnTo>
                  <a:close/>
                  <a:moveTo>
                    <a:pt x="18339" y="0"/>
                  </a:moveTo>
                  <a:lnTo>
                    <a:pt x="0" y="18234"/>
                  </a:lnTo>
                  <a:lnTo>
                    <a:pt x="18129" y="36433"/>
                  </a:lnTo>
                  <a:lnTo>
                    <a:pt x="31019" y="23753"/>
                  </a:lnTo>
                  <a:lnTo>
                    <a:pt x="23439" y="16662"/>
                  </a:lnTo>
                  <a:lnTo>
                    <a:pt x="18129" y="22181"/>
                  </a:lnTo>
                  <a:lnTo>
                    <a:pt x="14322" y="18234"/>
                  </a:lnTo>
                  <a:lnTo>
                    <a:pt x="25430" y="7126"/>
                  </a:lnTo>
                  <a:lnTo>
                    <a:pt x="18339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33"/>
            <p:cNvSpPr/>
            <p:nvPr/>
          </p:nvSpPr>
          <p:spPr>
            <a:xfrm>
              <a:off x="4391473" y="5181823"/>
              <a:ext cx="1136343" cy="962190"/>
            </a:xfrm>
            <a:custGeom>
              <a:avLst/>
              <a:gdLst/>
              <a:ahLst/>
              <a:cxnLst/>
              <a:rect l="l" t="t" r="r" b="b"/>
              <a:pathLst>
                <a:path w="36468" h="30879" extrusionOk="0">
                  <a:moveTo>
                    <a:pt x="7126" y="3144"/>
                  </a:moveTo>
                  <a:lnTo>
                    <a:pt x="23788" y="19771"/>
                  </a:lnTo>
                  <a:lnTo>
                    <a:pt x="29342" y="14217"/>
                  </a:lnTo>
                  <a:lnTo>
                    <a:pt x="33324" y="18199"/>
                  </a:lnTo>
                  <a:lnTo>
                    <a:pt x="23788" y="27735"/>
                  </a:lnTo>
                  <a:lnTo>
                    <a:pt x="3144" y="7126"/>
                  </a:lnTo>
                  <a:lnTo>
                    <a:pt x="7126" y="3144"/>
                  </a:lnTo>
                  <a:close/>
                  <a:moveTo>
                    <a:pt x="7126" y="0"/>
                  </a:moveTo>
                  <a:lnTo>
                    <a:pt x="0" y="7126"/>
                  </a:lnTo>
                  <a:lnTo>
                    <a:pt x="23788" y="30879"/>
                  </a:lnTo>
                  <a:lnTo>
                    <a:pt x="36468" y="18199"/>
                  </a:lnTo>
                  <a:lnTo>
                    <a:pt x="29342" y="11108"/>
                  </a:lnTo>
                  <a:lnTo>
                    <a:pt x="23788" y="16627"/>
                  </a:lnTo>
                  <a:lnTo>
                    <a:pt x="7126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33"/>
            <p:cNvSpPr/>
            <p:nvPr/>
          </p:nvSpPr>
          <p:spPr>
            <a:xfrm>
              <a:off x="3517435" y="4989161"/>
              <a:ext cx="625880" cy="647661"/>
            </a:xfrm>
            <a:custGeom>
              <a:avLst/>
              <a:gdLst/>
              <a:ahLst/>
              <a:cxnLst/>
              <a:rect l="l" t="t" r="r" b="b"/>
              <a:pathLst>
                <a:path w="20086" h="20785" extrusionOk="0">
                  <a:moveTo>
                    <a:pt x="7127" y="3284"/>
                  </a:moveTo>
                  <a:lnTo>
                    <a:pt x="16977" y="13309"/>
                  </a:lnTo>
                  <a:lnTo>
                    <a:pt x="12925" y="17640"/>
                  </a:lnTo>
                  <a:lnTo>
                    <a:pt x="3040" y="8034"/>
                  </a:lnTo>
                  <a:lnTo>
                    <a:pt x="7127" y="3284"/>
                  </a:lnTo>
                  <a:close/>
                  <a:moveTo>
                    <a:pt x="6987" y="0"/>
                  </a:moveTo>
                  <a:lnTo>
                    <a:pt x="1" y="8174"/>
                  </a:lnTo>
                  <a:lnTo>
                    <a:pt x="13030" y="20784"/>
                  </a:lnTo>
                  <a:lnTo>
                    <a:pt x="20086" y="13274"/>
                  </a:lnTo>
                  <a:lnTo>
                    <a:pt x="6987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33"/>
            <p:cNvSpPr/>
            <p:nvPr/>
          </p:nvSpPr>
          <p:spPr>
            <a:xfrm>
              <a:off x="3861379" y="4650638"/>
              <a:ext cx="628061" cy="629152"/>
            </a:xfrm>
            <a:custGeom>
              <a:avLst/>
              <a:gdLst/>
              <a:ahLst/>
              <a:cxnLst/>
              <a:rect l="l" t="t" r="r" b="b"/>
              <a:pathLst>
                <a:path w="20156" h="20191" extrusionOk="0">
                  <a:moveTo>
                    <a:pt x="7127" y="3145"/>
                  </a:moveTo>
                  <a:lnTo>
                    <a:pt x="17012" y="13065"/>
                  </a:lnTo>
                  <a:lnTo>
                    <a:pt x="13030" y="17047"/>
                  </a:lnTo>
                  <a:lnTo>
                    <a:pt x="3145" y="7127"/>
                  </a:lnTo>
                  <a:lnTo>
                    <a:pt x="7127" y="3145"/>
                  </a:lnTo>
                  <a:close/>
                  <a:moveTo>
                    <a:pt x="7127" y="1"/>
                  </a:moveTo>
                  <a:lnTo>
                    <a:pt x="1" y="7127"/>
                  </a:lnTo>
                  <a:lnTo>
                    <a:pt x="13030" y="20191"/>
                  </a:lnTo>
                  <a:lnTo>
                    <a:pt x="20156" y="13065"/>
                  </a:lnTo>
                  <a:lnTo>
                    <a:pt x="7127" y="1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33"/>
            <p:cNvSpPr/>
            <p:nvPr/>
          </p:nvSpPr>
          <p:spPr>
            <a:xfrm rot="-5400000">
              <a:off x="2265996" y="5357612"/>
              <a:ext cx="967643" cy="962190"/>
            </a:xfrm>
            <a:custGeom>
              <a:avLst/>
              <a:gdLst/>
              <a:ahLst/>
              <a:cxnLst/>
              <a:rect l="l" t="t" r="r" b="b"/>
              <a:pathLst>
                <a:path w="31054" h="30879" extrusionOk="0">
                  <a:moveTo>
                    <a:pt x="7650" y="3109"/>
                  </a:moveTo>
                  <a:lnTo>
                    <a:pt x="18793" y="14252"/>
                  </a:lnTo>
                  <a:lnTo>
                    <a:pt x="23928" y="9082"/>
                  </a:lnTo>
                  <a:lnTo>
                    <a:pt x="27875" y="12890"/>
                  </a:lnTo>
                  <a:lnTo>
                    <a:pt x="12750" y="27770"/>
                  </a:lnTo>
                  <a:lnTo>
                    <a:pt x="3109" y="18234"/>
                  </a:lnTo>
                  <a:lnTo>
                    <a:pt x="8454" y="12680"/>
                  </a:lnTo>
                  <a:lnTo>
                    <a:pt x="3319" y="7161"/>
                  </a:lnTo>
                  <a:lnTo>
                    <a:pt x="7650" y="3109"/>
                  </a:lnTo>
                  <a:close/>
                  <a:moveTo>
                    <a:pt x="7685" y="0"/>
                  </a:moveTo>
                  <a:lnTo>
                    <a:pt x="175" y="7056"/>
                  </a:lnTo>
                  <a:lnTo>
                    <a:pt x="5415" y="12645"/>
                  </a:lnTo>
                  <a:lnTo>
                    <a:pt x="0" y="18234"/>
                  </a:lnTo>
                  <a:lnTo>
                    <a:pt x="12750" y="30879"/>
                  </a:lnTo>
                  <a:lnTo>
                    <a:pt x="31054" y="12855"/>
                  </a:lnTo>
                  <a:lnTo>
                    <a:pt x="23928" y="5938"/>
                  </a:lnTo>
                  <a:lnTo>
                    <a:pt x="18793" y="11108"/>
                  </a:lnTo>
                  <a:lnTo>
                    <a:pt x="7685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33"/>
            <p:cNvSpPr/>
            <p:nvPr/>
          </p:nvSpPr>
          <p:spPr>
            <a:xfrm rot="-5400000">
              <a:off x="2779202" y="4824807"/>
              <a:ext cx="625880" cy="647661"/>
            </a:xfrm>
            <a:custGeom>
              <a:avLst/>
              <a:gdLst/>
              <a:ahLst/>
              <a:cxnLst/>
              <a:rect l="l" t="t" r="r" b="b"/>
              <a:pathLst>
                <a:path w="20086" h="20785" extrusionOk="0">
                  <a:moveTo>
                    <a:pt x="7127" y="3284"/>
                  </a:moveTo>
                  <a:lnTo>
                    <a:pt x="16977" y="13309"/>
                  </a:lnTo>
                  <a:lnTo>
                    <a:pt x="12925" y="17640"/>
                  </a:lnTo>
                  <a:lnTo>
                    <a:pt x="3040" y="8035"/>
                  </a:lnTo>
                  <a:lnTo>
                    <a:pt x="7127" y="3284"/>
                  </a:lnTo>
                  <a:close/>
                  <a:moveTo>
                    <a:pt x="6987" y="0"/>
                  </a:moveTo>
                  <a:lnTo>
                    <a:pt x="1" y="8174"/>
                  </a:lnTo>
                  <a:lnTo>
                    <a:pt x="13030" y="20784"/>
                  </a:lnTo>
                  <a:lnTo>
                    <a:pt x="20086" y="13274"/>
                  </a:lnTo>
                  <a:lnTo>
                    <a:pt x="6987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33"/>
            <p:cNvSpPr/>
            <p:nvPr/>
          </p:nvSpPr>
          <p:spPr>
            <a:xfrm rot="-5400000">
              <a:off x="-845314" y="5180732"/>
              <a:ext cx="963280" cy="963280"/>
            </a:xfrm>
            <a:custGeom>
              <a:avLst/>
              <a:gdLst/>
              <a:ahLst/>
              <a:cxnLst/>
              <a:rect l="l" t="t" r="r" b="b"/>
              <a:pathLst>
                <a:path w="30914" h="30914" extrusionOk="0">
                  <a:moveTo>
                    <a:pt x="23788" y="3144"/>
                  </a:moveTo>
                  <a:lnTo>
                    <a:pt x="27770" y="7126"/>
                  </a:lnTo>
                  <a:lnTo>
                    <a:pt x="7126" y="27770"/>
                  </a:lnTo>
                  <a:lnTo>
                    <a:pt x="3144" y="23788"/>
                  </a:lnTo>
                  <a:lnTo>
                    <a:pt x="23788" y="3144"/>
                  </a:lnTo>
                  <a:close/>
                  <a:moveTo>
                    <a:pt x="23788" y="0"/>
                  </a:moveTo>
                  <a:lnTo>
                    <a:pt x="0" y="23788"/>
                  </a:lnTo>
                  <a:lnTo>
                    <a:pt x="7126" y="30914"/>
                  </a:lnTo>
                  <a:lnTo>
                    <a:pt x="30914" y="7126"/>
                  </a:lnTo>
                  <a:lnTo>
                    <a:pt x="23788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33"/>
            <p:cNvSpPr/>
            <p:nvPr/>
          </p:nvSpPr>
          <p:spPr>
            <a:xfrm rot="-5400000">
              <a:off x="-845314" y="5180732"/>
              <a:ext cx="963280" cy="963280"/>
            </a:xfrm>
            <a:custGeom>
              <a:avLst/>
              <a:gdLst/>
              <a:ahLst/>
              <a:cxnLst/>
              <a:rect l="l" t="t" r="r" b="b"/>
              <a:pathLst>
                <a:path w="30914" h="30914" extrusionOk="0">
                  <a:moveTo>
                    <a:pt x="23788" y="3144"/>
                  </a:moveTo>
                  <a:lnTo>
                    <a:pt x="27770" y="7126"/>
                  </a:lnTo>
                  <a:lnTo>
                    <a:pt x="7126" y="27770"/>
                  </a:lnTo>
                  <a:lnTo>
                    <a:pt x="3144" y="23788"/>
                  </a:lnTo>
                  <a:lnTo>
                    <a:pt x="23788" y="3144"/>
                  </a:lnTo>
                  <a:close/>
                  <a:moveTo>
                    <a:pt x="23788" y="0"/>
                  </a:moveTo>
                  <a:lnTo>
                    <a:pt x="0" y="23788"/>
                  </a:lnTo>
                  <a:lnTo>
                    <a:pt x="7126" y="30914"/>
                  </a:lnTo>
                  <a:lnTo>
                    <a:pt x="30914" y="7126"/>
                  </a:lnTo>
                  <a:lnTo>
                    <a:pt x="23788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33"/>
            <p:cNvSpPr/>
            <p:nvPr/>
          </p:nvSpPr>
          <p:spPr>
            <a:xfrm rot="-5400000">
              <a:off x="376999" y="4673510"/>
              <a:ext cx="951315" cy="951315"/>
            </a:xfrm>
            <a:custGeom>
              <a:avLst/>
              <a:gdLst/>
              <a:ahLst/>
              <a:cxnLst/>
              <a:rect l="l" t="t" r="r" b="b"/>
              <a:pathLst>
                <a:path w="30530" h="30530" extrusionOk="0">
                  <a:moveTo>
                    <a:pt x="23404" y="3144"/>
                  </a:moveTo>
                  <a:lnTo>
                    <a:pt x="27386" y="7126"/>
                  </a:lnTo>
                  <a:lnTo>
                    <a:pt x="7126" y="27386"/>
                  </a:lnTo>
                  <a:lnTo>
                    <a:pt x="3144" y="23404"/>
                  </a:lnTo>
                  <a:lnTo>
                    <a:pt x="23404" y="3144"/>
                  </a:lnTo>
                  <a:close/>
                  <a:moveTo>
                    <a:pt x="23404" y="0"/>
                  </a:moveTo>
                  <a:lnTo>
                    <a:pt x="0" y="23404"/>
                  </a:lnTo>
                  <a:lnTo>
                    <a:pt x="7126" y="30530"/>
                  </a:lnTo>
                  <a:lnTo>
                    <a:pt x="30530" y="7126"/>
                  </a:lnTo>
                  <a:lnTo>
                    <a:pt x="23404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33"/>
            <p:cNvSpPr/>
            <p:nvPr/>
          </p:nvSpPr>
          <p:spPr>
            <a:xfrm rot="-5400000">
              <a:off x="-233612" y="4927121"/>
              <a:ext cx="791308" cy="950224"/>
            </a:xfrm>
            <a:custGeom>
              <a:avLst/>
              <a:gdLst/>
              <a:ahLst/>
              <a:cxnLst/>
              <a:rect l="l" t="t" r="r" b="b"/>
              <a:pathLst>
                <a:path w="25395" h="30495" extrusionOk="0">
                  <a:moveTo>
                    <a:pt x="18234" y="3074"/>
                  </a:moveTo>
                  <a:lnTo>
                    <a:pt x="22146" y="6707"/>
                  </a:lnTo>
                  <a:lnTo>
                    <a:pt x="16662" y="12051"/>
                  </a:lnTo>
                  <a:lnTo>
                    <a:pt x="22216" y="17780"/>
                  </a:lnTo>
                  <a:lnTo>
                    <a:pt x="12680" y="27351"/>
                  </a:lnTo>
                  <a:lnTo>
                    <a:pt x="3144" y="17815"/>
                  </a:lnTo>
                  <a:lnTo>
                    <a:pt x="18234" y="3074"/>
                  </a:lnTo>
                  <a:close/>
                  <a:moveTo>
                    <a:pt x="18234" y="0"/>
                  </a:moveTo>
                  <a:lnTo>
                    <a:pt x="0" y="17815"/>
                  </a:lnTo>
                  <a:lnTo>
                    <a:pt x="12680" y="30495"/>
                  </a:lnTo>
                  <a:lnTo>
                    <a:pt x="25360" y="17850"/>
                  </a:lnTo>
                  <a:lnTo>
                    <a:pt x="19806" y="12121"/>
                  </a:lnTo>
                  <a:lnTo>
                    <a:pt x="25395" y="6707"/>
                  </a:lnTo>
                  <a:lnTo>
                    <a:pt x="18234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33"/>
            <p:cNvSpPr/>
            <p:nvPr/>
          </p:nvSpPr>
          <p:spPr>
            <a:xfrm rot="-5400000">
              <a:off x="1143816" y="4575013"/>
              <a:ext cx="1482468" cy="1309406"/>
            </a:xfrm>
            <a:custGeom>
              <a:avLst/>
              <a:gdLst/>
              <a:ahLst/>
              <a:cxnLst/>
              <a:rect l="l" t="t" r="r" b="b"/>
              <a:pathLst>
                <a:path w="47576" h="42022" extrusionOk="0">
                  <a:moveTo>
                    <a:pt x="29342" y="3144"/>
                  </a:moveTo>
                  <a:lnTo>
                    <a:pt x="44397" y="18199"/>
                  </a:lnTo>
                  <a:lnTo>
                    <a:pt x="40450" y="22042"/>
                  </a:lnTo>
                  <a:lnTo>
                    <a:pt x="29342" y="11108"/>
                  </a:lnTo>
                  <a:lnTo>
                    <a:pt x="16662" y="23788"/>
                  </a:lnTo>
                  <a:lnTo>
                    <a:pt x="23753" y="31124"/>
                  </a:lnTo>
                  <a:lnTo>
                    <a:pt x="29342" y="25360"/>
                  </a:lnTo>
                  <a:lnTo>
                    <a:pt x="33324" y="29342"/>
                  </a:lnTo>
                  <a:lnTo>
                    <a:pt x="23788" y="38878"/>
                  </a:lnTo>
                  <a:lnTo>
                    <a:pt x="12680" y="27770"/>
                  </a:lnTo>
                  <a:lnTo>
                    <a:pt x="7126" y="33324"/>
                  </a:lnTo>
                  <a:lnTo>
                    <a:pt x="3144" y="29342"/>
                  </a:lnTo>
                  <a:lnTo>
                    <a:pt x="29342" y="3144"/>
                  </a:lnTo>
                  <a:close/>
                  <a:moveTo>
                    <a:pt x="29342" y="0"/>
                  </a:moveTo>
                  <a:lnTo>
                    <a:pt x="0" y="29342"/>
                  </a:lnTo>
                  <a:lnTo>
                    <a:pt x="7126" y="36468"/>
                  </a:lnTo>
                  <a:lnTo>
                    <a:pt x="12680" y="30914"/>
                  </a:lnTo>
                  <a:lnTo>
                    <a:pt x="23788" y="42022"/>
                  </a:lnTo>
                  <a:lnTo>
                    <a:pt x="36468" y="29342"/>
                  </a:lnTo>
                  <a:lnTo>
                    <a:pt x="29342" y="22216"/>
                  </a:lnTo>
                  <a:lnTo>
                    <a:pt x="23788" y="27910"/>
                  </a:lnTo>
                  <a:lnTo>
                    <a:pt x="19771" y="23788"/>
                  </a:lnTo>
                  <a:lnTo>
                    <a:pt x="29342" y="14252"/>
                  </a:lnTo>
                  <a:lnTo>
                    <a:pt x="40415" y="25150"/>
                  </a:lnTo>
                  <a:lnTo>
                    <a:pt x="47576" y="18269"/>
                  </a:lnTo>
                  <a:lnTo>
                    <a:pt x="29342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33"/>
            <p:cNvSpPr/>
            <p:nvPr/>
          </p:nvSpPr>
          <p:spPr>
            <a:xfrm rot="-5400000">
              <a:off x="2430334" y="4489027"/>
              <a:ext cx="628061" cy="629152"/>
            </a:xfrm>
            <a:custGeom>
              <a:avLst/>
              <a:gdLst/>
              <a:ahLst/>
              <a:cxnLst/>
              <a:rect l="l" t="t" r="r" b="b"/>
              <a:pathLst>
                <a:path w="20156" h="20191" extrusionOk="0">
                  <a:moveTo>
                    <a:pt x="7127" y="3145"/>
                  </a:moveTo>
                  <a:lnTo>
                    <a:pt x="17012" y="13065"/>
                  </a:lnTo>
                  <a:lnTo>
                    <a:pt x="13030" y="17047"/>
                  </a:lnTo>
                  <a:lnTo>
                    <a:pt x="3145" y="7127"/>
                  </a:lnTo>
                  <a:lnTo>
                    <a:pt x="7127" y="3145"/>
                  </a:lnTo>
                  <a:close/>
                  <a:moveTo>
                    <a:pt x="7127" y="1"/>
                  </a:moveTo>
                  <a:lnTo>
                    <a:pt x="1" y="7127"/>
                  </a:lnTo>
                  <a:lnTo>
                    <a:pt x="13030" y="20191"/>
                  </a:lnTo>
                  <a:lnTo>
                    <a:pt x="20156" y="13065"/>
                  </a:lnTo>
                  <a:lnTo>
                    <a:pt x="7127" y="1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33"/>
            <p:cNvSpPr/>
            <p:nvPr/>
          </p:nvSpPr>
          <p:spPr>
            <a:xfrm rot="-5400000">
              <a:off x="-147615" y="4487381"/>
              <a:ext cx="444092" cy="444092"/>
            </a:xfrm>
            <a:custGeom>
              <a:avLst/>
              <a:gdLst/>
              <a:ahLst/>
              <a:cxnLst/>
              <a:rect l="l" t="t" r="r" b="b"/>
              <a:pathLst>
                <a:path w="14252" h="14252" extrusionOk="0">
                  <a:moveTo>
                    <a:pt x="7126" y="3144"/>
                  </a:moveTo>
                  <a:lnTo>
                    <a:pt x="11073" y="7126"/>
                  </a:lnTo>
                  <a:lnTo>
                    <a:pt x="7126" y="11108"/>
                  </a:lnTo>
                  <a:lnTo>
                    <a:pt x="3144" y="7126"/>
                  </a:lnTo>
                  <a:lnTo>
                    <a:pt x="7126" y="3144"/>
                  </a:lnTo>
                  <a:close/>
                  <a:moveTo>
                    <a:pt x="7126" y="0"/>
                  </a:moveTo>
                  <a:lnTo>
                    <a:pt x="0" y="7126"/>
                  </a:lnTo>
                  <a:lnTo>
                    <a:pt x="7126" y="14252"/>
                  </a:lnTo>
                  <a:lnTo>
                    <a:pt x="14252" y="7126"/>
                  </a:lnTo>
                  <a:lnTo>
                    <a:pt x="71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33"/>
            <p:cNvSpPr/>
            <p:nvPr/>
          </p:nvSpPr>
          <p:spPr>
            <a:xfrm rot="-5400000">
              <a:off x="956037" y="4303952"/>
              <a:ext cx="628061" cy="629152"/>
            </a:xfrm>
            <a:custGeom>
              <a:avLst/>
              <a:gdLst/>
              <a:ahLst/>
              <a:cxnLst/>
              <a:rect l="l" t="t" r="r" b="b"/>
              <a:pathLst>
                <a:path w="20156" h="20191" extrusionOk="0">
                  <a:moveTo>
                    <a:pt x="7127" y="3145"/>
                  </a:moveTo>
                  <a:lnTo>
                    <a:pt x="17012" y="13065"/>
                  </a:lnTo>
                  <a:lnTo>
                    <a:pt x="13030" y="17047"/>
                  </a:lnTo>
                  <a:lnTo>
                    <a:pt x="3145" y="7127"/>
                  </a:lnTo>
                  <a:lnTo>
                    <a:pt x="7127" y="3145"/>
                  </a:lnTo>
                  <a:close/>
                  <a:moveTo>
                    <a:pt x="7127" y="1"/>
                  </a:moveTo>
                  <a:lnTo>
                    <a:pt x="1" y="7127"/>
                  </a:lnTo>
                  <a:lnTo>
                    <a:pt x="13030" y="20191"/>
                  </a:lnTo>
                  <a:lnTo>
                    <a:pt x="20156" y="13065"/>
                  </a:lnTo>
                  <a:lnTo>
                    <a:pt x="7127" y="1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33"/>
            <p:cNvSpPr/>
            <p:nvPr/>
          </p:nvSpPr>
          <p:spPr>
            <a:xfrm rot="-5400000">
              <a:off x="8367410" y="4316506"/>
              <a:ext cx="444092" cy="444092"/>
            </a:xfrm>
            <a:custGeom>
              <a:avLst/>
              <a:gdLst/>
              <a:ahLst/>
              <a:cxnLst/>
              <a:rect l="l" t="t" r="r" b="b"/>
              <a:pathLst>
                <a:path w="14252" h="14252" extrusionOk="0">
                  <a:moveTo>
                    <a:pt x="7126" y="3144"/>
                  </a:moveTo>
                  <a:lnTo>
                    <a:pt x="11073" y="7126"/>
                  </a:lnTo>
                  <a:lnTo>
                    <a:pt x="7126" y="11108"/>
                  </a:lnTo>
                  <a:lnTo>
                    <a:pt x="3144" y="7126"/>
                  </a:lnTo>
                  <a:lnTo>
                    <a:pt x="7126" y="3144"/>
                  </a:lnTo>
                  <a:close/>
                  <a:moveTo>
                    <a:pt x="7126" y="0"/>
                  </a:moveTo>
                  <a:lnTo>
                    <a:pt x="0" y="7126"/>
                  </a:lnTo>
                  <a:lnTo>
                    <a:pt x="7126" y="14252"/>
                  </a:lnTo>
                  <a:lnTo>
                    <a:pt x="14252" y="7126"/>
                  </a:lnTo>
                  <a:lnTo>
                    <a:pt x="71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33"/>
            <p:cNvSpPr/>
            <p:nvPr/>
          </p:nvSpPr>
          <p:spPr>
            <a:xfrm rot="-5400000">
              <a:off x="3330097" y="4495019"/>
              <a:ext cx="444092" cy="444092"/>
            </a:xfrm>
            <a:custGeom>
              <a:avLst/>
              <a:gdLst/>
              <a:ahLst/>
              <a:cxnLst/>
              <a:rect l="l" t="t" r="r" b="b"/>
              <a:pathLst>
                <a:path w="14252" h="14252" extrusionOk="0">
                  <a:moveTo>
                    <a:pt x="7126" y="3144"/>
                  </a:moveTo>
                  <a:lnTo>
                    <a:pt x="11073" y="7126"/>
                  </a:lnTo>
                  <a:lnTo>
                    <a:pt x="7126" y="11108"/>
                  </a:lnTo>
                  <a:lnTo>
                    <a:pt x="3144" y="7126"/>
                  </a:lnTo>
                  <a:lnTo>
                    <a:pt x="7126" y="3144"/>
                  </a:lnTo>
                  <a:close/>
                  <a:moveTo>
                    <a:pt x="7126" y="0"/>
                  </a:moveTo>
                  <a:lnTo>
                    <a:pt x="0" y="7126"/>
                  </a:lnTo>
                  <a:lnTo>
                    <a:pt x="7126" y="14252"/>
                  </a:lnTo>
                  <a:lnTo>
                    <a:pt x="14252" y="7126"/>
                  </a:lnTo>
                  <a:lnTo>
                    <a:pt x="71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9" name="Google Shape;1009;p33"/>
          <p:cNvGrpSpPr/>
          <p:nvPr/>
        </p:nvGrpSpPr>
        <p:grpSpPr>
          <a:xfrm rot="10800000">
            <a:off x="-845314" y="-1098903"/>
            <a:ext cx="10178327" cy="2024574"/>
            <a:chOff x="-845314" y="4304497"/>
            <a:chExt cx="10178327" cy="2024574"/>
          </a:xfrm>
        </p:grpSpPr>
        <p:sp>
          <p:nvSpPr>
            <p:cNvPr id="1010" name="Google Shape;1010;p33"/>
            <p:cNvSpPr/>
            <p:nvPr/>
          </p:nvSpPr>
          <p:spPr>
            <a:xfrm>
              <a:off x="5429849" y="5181823"/>
              <a:ext cx="444092" cy="443002"/>
            </a:xfrm>
            <a:custGeom>
              <a:avLst/>
              <a:gdLst/>
              <a:ahLst/>
              <a:cxnLst/>
              <a:rect l="l" t="t" r="r" b="b"/>
              <a:pathLst>
                <a:path w="14252" h="14217" extrusionOk="0">
                  <a:moveTo>
                    <a:pt x="7126" y="3109"/>
                  </a:moveTo>
                  <a:lnTo>
                    <a:pt x="11108" y="7126"/>
                  </a:lnTo>
                  <a:lnTo>
                    <a:pt x="7126" y="11108"/>
                  </a:lnTo>
                  <a:lnTo>
                    <a:pt x="3144" y="7126"/>
                  </a:lnTo>
                  <a:lnTo>
                    <a:pt x="7126" y="3109"/>
                  </a:lnTo>
                  <a:close/>
                  <a:moveTo>
                    <a:pt x="7126" y="0"/>
                  </a:moveTo>
                  <a:lnTo>
                    <a:pt x="0" y="7126"/>
                  </a:lnTo>
                  <a:lnTo>
                    <a:pt x="7126" y="14217"/>
                  </a:lnTo>
                  <a:lnTo>
                    <a:pt x="14252" y="7126"/>
                  </a:lnTo>
                  <a:lnTo>
                    <a:pt x="71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33"/>
            <p:cNvSpPr/>
            <p:nvPr/>
          </p:nvSpPr>
          <p:spPr>
            <a:xfrm>
              <a:off x="3181094" y="5365760"/>
              <a:ext cx="1308346" cy="963311"/>
            </a:xfrm>
            <a:custGeom>
              <a:avLst/>
              <a:gdLst/>
              <a:ahLst/>
              <a:cxnLst/>
              <a:rect l="l" t="t" r="r" b="b"/>
              <a:pathLst>
                <a:path w="41988" h="30915" extrusionOk="0">
                  <a:moveTo>
                    <a:pt x="7127" y="3144"/>
                  </a:moveTo>
                  <a:lnTo>
                    <a:pt x="23789" y="19806"/>
                  </a:lnTo>
                  <a:lnTo>
                    <a:pt x="34862" y="8698"/>
                  </a:lnTo>
                  <a:lnTo>
                    <a:pt x="38844" y="12680"/>
                  </a:lnTo>
                  <a:lnTo>
                    <a:pt x="23789" y="27770"/>
                  </a:lnTo>
                  <a:lnTo>
                    <a:pt x="3145" y="7126"/>
                  </a:lnTo>
                  <a:lnTo>
                    <a:pt x="7127" y="3144"/>
                  </a:lnTo>
                  <a:close/>
                  <a:moveTo>
                    <a:pt x="7127" y="0"/>
                  </a:moveTo>
                  <a:lnTo>
                    <a:pt x="1" y="7126"/>
                  </a:lnTo>
                  <a:lnTo>
                    <a:pt x="23789" y="30914"/>
                  </a:lnTo>
                  <a:lnTo>
                    <a:pt x="41988" y="12680"/>
                  </a:lnTo>
                  <a:lnTo>
                    <a:pt x="34862" y="5554"/>
                  </a:lnTo>
                  <a:lnTo>
                    <a:pt x="23789" y="16662"/>
                  </a:lnTo>
                  <a:lnTo>
                    <a:pt x="7127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33"/>
            <p:cNvSpPr/>
            <p:nvPr/>
          </p:nvSpPr>
          <p:spPr>
            <a:xfrm>
              <a:off x="3517435" y="4989161"/>
              <a:ext cx="625880" cy="647661"/>
            </a:xfrm>
            <a:custGeom>
              <a:avLst/>
              <a:gdLst/>
              <a:ahLst/>
              <a:cxnLst/>
              <a:rect l="l" t="t" r="r" b="b"/>
              <a:pathLst>
                <a:path w="20086" h="20785" extrusionOk="0">
                  <a:moveTo>
                    <a:pt x="7127" y="3284"/>
                  </a:moveTo>
                  <a:lnTo>
                    <a:pt x="16977" y="13309"/>
                  </a:lnTo>
                  <a:lnTo>
                    <a:pt x="12925" y="17640"/>
                  </a:lnTo>
                  <a:lnTo>
                    <a:pt x="3040" y="8034"/>
                  </a:lnTo>
                  <a:lnTo>
                    <a:pt x="7127" y="3284"/>
                  </a:lnTo>
                  <a:close/>
                  <a:moveTo>
                    <a:pt x="6987" y="0"/>
                  </a:moveTo>
                  <a:lnTo>
                    <a:pt x="1" y="8174"/>
                  </a:lnTo>
                  <a:lnTo>
                    <a:pt x="13030" y="20784"/>
                  </a:lnTo>
                  <a:lnTo>
                    <a:pt x="20086" y="13274"/>
                  </a:lnTo>
                  <a:lnTo>
                    <a:pt x="6987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33"/>
            <p:cNvSpPr/>
            <p:nvPr/>
          </p:nvSpPr>
          <p:spPr>
            <a:xfrm>
              <a:off x="7500057" y="4490632"/>
              <a:ext cx="967643" cy="961130"/>
            </a:xfrm>
            <a:custGeom>
              <a:avLst/>
              <a:gdLst/>
              <a:ahLst/>
              <a:cxnLst/>
              <a:rect l="l" t="t" r="r" b="b"/>
              <a:pathLst>
                <a:path w="31054" h="30845" extrusionOk="0">
                  <a:moveTo>
                    <a:pt x="7650" y="3075"/>
                  </a:moveTo>
                  <a:lnTo>
                    <a:pt x="18793" y="14218"/>
                  </a:lnTo>
                  <a:lnTo>
                    <a:pt x="23928" y="9048"/>
                  </a:lnTo>
                  <a:lnTo>
                    <a:pt x="27875" y="12855"/>
                  </a:lnTo>
                  <a:lnTo>
                    <a:pt x="12750" y="27736"/>
                  </a:lnTo>
                  <a:lnTo>
                    <a:pt x="3109" y="18200"/>
                  </a:lnTo>
                  <a:lnTo>
                    <a:pt x="8454" y="12646"/>
                  </a:lnTo>
                  <a:lnTo>
                    <a:pt x="3319" y="7127"/>
                  </a:lnTo>
                  <a:lnTo>
                    <a:pt x="7650" y="3075"/>
                  </a:lnTo>
                  <a:close/>
                  <a:moveTo>
                    <a:pt x="7685" y="1"/>
                  </a:moveTo>
                  <a:lnTo>
                    <a:pt x="175" y="7022"/>
                  </a:lnTo>
                  <a:lnTo>
                    <a:pt x="5415" y="12611"/>
                  </a:lnTo>
                  <a:lnTo>
                    <a:pt x="0" y="18200"/>
                  </a:lnTo>
                  <a:lnTo>
                    <a:pt x="12750" y="30845"/>
                  </a:lnTo>
                  <a:lnTo>
                    <a:pt x="31054" y="12821"/>
                  </a:lnTo>
                  <a:lnTo>
                    <a:pt x="23928" y="5904"/>
                  </a:lnTo>
                  <a:lnTo>
                    <a:pt x="18793" y="11074"/>
                  </a:lnTo>
                  <a:lnTo>
                    <a:pt x="768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33"/>
            <p:cNvSpPr/>
            <p:nvPr/>
          </p:nvSpPr>
          <p:spPr>
            <a:xfrm>
              <a:off x="6283166" y="4316510"/>
              <a:ext cx="801124" cy="801124"/>
            </a:xfrm>
            <a:custGeom>
              <a:avLst/>
              <a:gdLst/>
              <a:ahLst/>
              <a:cxnLst/>
              <a:rect l="l" t="t" r="r" b="b"/>
              <a:pathLst>
                <a:path w="25710" h="25710" extrusionOk="0">
                  <a:moveTo>
                    <a:pt x="18584" y="3144"/>
                  </a:moveTo>
                  <a:lnTo>
                    <a:pt x="22566" y="7126"/>
                  </a:lnTo>
                  <a:lnTo>
                    <a:pt x="7127" y="22565"/>
                  </a:lnTo>
                  <a:lnTo>
                    <a:pt x="3145" y="18583"/>
                  </a:lnTo>
                  <a:lnTo>
                    <a:pt x="18584" y="3144"/>
                  </a:lnTo>
                  <a:close/>
                  <a:moveTo>
                    <a:pt x="18584" y="0"/>
                  </a:moveTo>
                  <a:lnTo>
                    <a:pt x="1" y="18583"/>
                  </a:lnTo>
                  <a:lnTo>
                    <a:pt x="7127" y="25709"/>
                  </a:lnTo>
                  <a:lnTo>
                    <a:pt x="25710" y="7126"/>
                  </a:lnTo>
                  <a:lnTo>
                    <a:pt x="18584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33"/>
            <p:cNvSpPr/>
            <p:nvPr/>
          </p:nvSpPr>
          <p:spPr>
            <a:xfrm>
              <a:off x="5615968" y="4655001"/>
              <a:ext cx="1295259" cy="1315949"/>
            </a:xfrm>
            <a:custGeom>
              <a:avLst/>
              <a:gdLst/>
              <a:ahLst/>
              <a:cxnLst/>
              <a:rect l="l" t="t" r="r" b="b"/>
              <a:pathLst>
                <a:path w="41568" h="42232" extrusionOk="0">
                  <a:moveTo>
                    <a:pt x="7091" y="3249"/>
                  </a:moveTo>
                  <a:lnTo>
                    <a:pt x="38459" y="35106"/>
                  </a:lnTo>
                  <a:lnTo>
                    <a:pt x="34442" y="39088"/>
                  </a:lnTo>
                  <a:lnTo>
                    <a:pt x="3039" y="7685"/>
                  </a:lnTo>
                  <a:lnTo>
                    <a:pt x="7091" y="3249"/>
                  </a:lnTo>
                  <a:close/>
                  <a:moveTo>
                    <a:pt x="7021" y="0"/>
                  </a:moveTo>
                  <a:lnTo>
                    <a:pt x="0" y="7755"/>
                  </a:lnTo>
                  <a:lnTo>
                    <a:pt x="34442" y="42232"/>
                  </a:lnTo>
                  <a:lnTo>
                    <a:pt x="41568" y="35141"/>
                  </a:lnTo>
                  <a:lnTo>
                    <a:pt x="7021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33"/>
            <p:cNvSpPr/>
            <p:nvPr/>
          </p:nvSpPr>
          <p:spPr>
            <a:xfrm>
              <a:off x="3861379" y="4650638"/>
              <a:ext cx="628061" cy="629152"/>
            </a:xfrm>
            <a:custGeom>
              <a:avLst/>
              <a:gdLst/>
              <a:ahLst/>
              <a:cxnLst/>
              <a:rect l="l" t="t" r="r" b="b"/>
              <a:pathLst>
                <a:path w="20156" h="20191" extrusionOk="0">
                  <a:moveTo>
                    <a:pt x="7127" y="3145"/>
                  </a:moveTo>
                  <a:lnTo>
                    <a:pt x="17012" y="13065"/>
                  </a:lnTo>
                  <a:lnTo>
                    <a:pt x="13030" y="17047"/>
                  </a:lnTo>
                  <a:lnTo>
                    <a:pt x="3145" y="7127"/>
                  </a:lnTo>
                  <a:lnTo>
                    <a:pt x="7127" y="3145"/>
                  </a:lnTo>
                  <a:close/>
                  <a:moveTo>
                    <a:pt x="7127" y="1"/>
                  </a:moveTo>
                  <a:lnTo>
                    <a:pt x="1" y="7127"/>
                  </a:lnTo>
                  <a:lnTo>
                    <a:pt x="13030" y="20191"/>
                  </a:lnTo>
                  <a:lnTo>
                    <a:pt x="20156" y="13065"/>
                  </a:lnTo>
                  <a:lnTo>
                    <a:pt x="7127" y="1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33"/>
            <p:cNvSpPr/>
            <p:nvPr/>
          </p:nvSpPr>
          <p:spPr>
            <a:xfrm>
              <a:off x="8361008" y="4989161"/>
              <a:ext cx="625880" cy="647661"/>
            </a:xfrm>
            <a:custGeom>
              <a:avLst/>
              <a:gdLst/>
              <a:ahLst/>
              <a:cxnLst/>
              <a:rect l="l" t="t" r="r" b="b"/>
              <a:pathLst>
                <a:path w="20086" h="20785" extrusionOk="0">
                  <a:moveTo>
                    <a:pt x="7127" y="3284"/>
                  </a:moveTo>
                  <a:lnTo>
                    <a:pt x="16977" y="13309"/>
                  </a:lnTo>
                  <a:lnTo>
                    <a:pt x="12925" y="17640"/>
                  </a:lnTo>
                  <a:lnTo>
                    <a:pt x="3040" y="8034"/>
                  </a:lnTo>
                  <a:lnTo>
                    <a:pt x="7127" y="3284"/>
                  </a:lnTo>
                  <a:close/>
                  <a:moveTo>
                    <a:pt x="6987" y="0"/>
                  </a:moveTo>
                  <a:lnTo>
                    <a:pt x="1" y="8174"/>
                  </a:lnTo>
                  <a:lnTo>
                    <a:pt x="13030" y="20784"/>
                  </a:lnTo>
                  <a:lnTo>
                    <a:pt x="20086" y="13274"/>
                  </a:lnTo>
                  <a:lnTo>
                    <a:pt x="6987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33"/>
            <p:cNvSpPr/>
            <p:nvPr/>
          </p:nvSpPr>
          <p:spPr>
            <a:xfrm>
              <a:off x="8704952" y="4650638"/>
              <a:ext cx="628061" cy="629152"/>
            </a:xfrm>
            <a:custGeom>
              <a:avLst/>
              <a:gdLst/>
              <a:ahLst/>
              <a:cxnLst/>
              <a:rect l="l" t="t" r="r" b="b"/>
              <a:pathLst>
                <a:path w="20156" h="20191" extrusionOk="0">
                  <a:moveTo>
                    <a:pt x="7127" y="3145"/>
                  </a:moveTo>
                  <a:lnTo>
                    <a:pt x="17012" y="13065"/>
                  </a:lnTo>
                  <a:lnTo>
                    <a:pt x="13030" y="17047"/>
                  </a:lnTo>
                  <a:lnTo>
                    <a:pt x="3145" y="7127"/>
                  </a:lnTo>
                  <a:lnTo>
                    <a:pt x="7127" y="3145"/>
                  </a:lnTo>
                  <a:close/>
                  <a:moveTo>
                    <a:pt x="7127" y="1"/>
                  </a:moveTo>
                  <a:lnTo>
                    <a:pt x="1" y="7127"/>
                  </a:lnTo>
                  <a:lnTo>
                    <a:pt x="13030" y="20191"/>
                  </a:lnTo>
                  <a:lnTo>
                    <a:pt x="20156" y="13065"/>
                  </a:lnTo>
                  <a:lnTo>
                    <a:pt x="7127" y="1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33"/>
            <p:cNvSpPr/>
            <p:nvPr/>
          </p:nvSpPr>
          <p:spPr>
            <a:xfrm>
              <a:off x="4564536" y="4662635"/>
              <a:ext cx="963280" cy="790218"/>
            </a:xfrm>
            <a:custGeom>
              <a:avLst/>
              <a:gdLst/>
              <a:ahLst/>
              <a:cxnLst/>
              <a:rect l="l" t="t" r="r" b="b"/>
              <a:pathLst>
                <a:path w="30914" h="25360" extrusionOk="0">
                  <a:moveTo>
                    <a:pt x="7126" y="3144"/>
                  </a:moveTo>
                  <a:lnTo>
                    <a:pt x="18234" y="14252"/>
                  </a:lnTo>
                  <a:lnTo>
                    <a:pt x="23788" y="8698"/>
                  </a:lnTo>
                  <a:lnTo>
                    <a:pt x="27770" y="12680"/>
                  </a:lnTo>
                  <a:lnTo>
                    <a:pt x="18234" y="22216"/>
                  </a:lnTo>
                  <a:lnTo>
                    <a:pt x="3144" y="7126"/>
                  </a:lnTo>
                  <a:lnTo>
                    <a:pt x="7126" y="3144"/>
                  </a:lnTo>
                  <a:close/>
                  <a:moveTo>
                    <a:pt x="7126" y="0"/>
                  </a:moveTo>
                  <a:lnTo>
                    <a:pt x="0" y="7126"/>
                  </a:lnTo>
                  <a:lnTo>
                    <a:pt x="18234" y="25360"/>
                  </a:lnTo>
                  <a:lnTo>
                    <a:pt x="30914" y="12680"/>
                  </a:lnTo>
                  <a:lnTo>
                    <a:pt x="23788" y="5554"/>
                  </a:lnTo>
                  <a:lnTo>
                    <a:pt x="18234" y="11108"/>
                  </a:lnTo>
                  <a:lnTo>
                    <a:pt x="7126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33"/>
            <p:cNvSpPr/>
            <p:nvPr/>
          </p:nvSpPr>
          <p:spPr>
            <a:xfrm>
              <a:off x="6638016" y="4662635"/>
              <a:ext cx="966552" cy="1135252"/>
            </a:xfrm>
            <a:custGeom>
              <a:avLst/>
              <a:gdLst/>
              <a:ahLst/>
              <a:cxnLst/>
              <a:rect l="l" t="t" r="r" b="b"/>
              <a:pathLst>
                <a:path w="31019" h="36433" extrusionOk="0">
                  <a:moveTo>
                    <a:pt x="18304" y="3144"/>
                  </a:moveTo>
                  <a:lnTo>
                    <a:pt x="22286" y="7126"/>
                  </a:lnTo>
                  <a:lnTo>
                    <a:pt x="11213" y="18199"/>
                  </a:lnTo>
                  <a:lnTo>
                    <a:pt x="18129" y="25360"/>
                  </a:lnTo>
                  <a:lnTo>
                    <a:pt x="23544" y="19771"/>
                  </a:lnTo>
                  <a:lnTo>
                    <a:pt x="27805" y="23788"/>
                  </a:lnTo>
                  <a:lnTo>
                    <a:pt x="18129" y="33324"/>
                  </a:lnTo>
                  <a:lnTo>
                    <a:pt x="3144" y="18234"/>
                  </a:lnTo>
                  <a:lnTo>
                    <a:pt x="18304" y="3144"/>
                  </a:lnTo>
                  <a:close/>
                  <a:moveTo>
                    <a:pt x="18339" y="0"/>
                  </a:moveTo>
                  <a:lnTo>
                    <a:pt x="0" y="18234"/>
                  </a:lnTo>
                  <a:lnTo>
                    <a:pt x="18129" y="36433"/>
                  </a:lnTo>
                  <a:lnTo>
                    <a:pt x="31019" y="23753"/>
                  </a:lnTo>
                  <a:lnTo>
                    <a:pt x="23439" y="16662"/>
                  </a:lnTo>
                  <a:lnTo>
                    <a:pt x="18129" y="22181"/>
                  </a:lnTo>
                  <a:lnTo>
                    <a:pt x="14322" y="18234"/>
                  </a:lnTo>
                  <a:lnTo>
                    <a:pt x="25430" y="7126"/>
                  </a:lnTo>
                  <a:lnTo>
                    <a:pt x="18339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33"/>
            <p:cNvSpPr/>
            <p:nvPr/>
          </p:nvSpPr>
          <p:spPr>
            <a:xfrm>
              <a:off x="4391473" y="5181823"/>
              <a:ext cx="1136343" cy="962190"/>
            </a:xfrm>
            <a:custGeom>
              <a:avLst/>
              <a:gdLst/>
              <a:ahLst/>
              <a:cxnLst/>
              <a:rect l="l" t="t" r="r" b="b"/>
              <a:pathLst>
                <a:path w="36468" h="30879" extrusionOk="0">
                  <a:moveTo>
                    <a:pt x="7126" y="3144"/>
                  </a:moveTo>
                  <a:lnTo>
                    <a:pt x="23788" y="19771"/>
                  </a:lnTo>
                  <a:lnTo>
                    <a:pt x="29342" y="14217"/>
                  </a:lnTo>
                  <a:lnTo>
                    <a:pt x="33324" y="18199"/>
                  </a:lnTo>
                  <a:lnTo>
                    <a:pt x="23788" y="27735"/>
                  </a:lnTo>
                  <a:lnTo>
                    <a:pt x="3144" y="7126"/>
                  </a:lnTo>
                  <a:lnTo>
                    <a:pt x="7126" y="3144"/>
                  </a:lnTo>
                  <a:close/>
                  <a:moveTo>
                    <a:pt x="7126" y="0"/>
                  </a:moveTo>
                  <a:lnTo>
                    <a:pt x="0" y="7126"/>
                  </a:lnTo>
                  <a:lnTo>
                    <a:pt x="23788" y="30879"/>
                  </a:lnTo>
                  <a:lnTo>
                    <a:pt x="36468" y="18199"/>
                  </a:lnTo>
                  <a:lnTo>
                    <a:pt x="29342" y="11108"/>
                  </a:lnTo>
                  <a:lnTo>
                    <a:pt x="23788" y="16627"/>
                  </a:lnTo>
                  <a:lnTo>
                    <a:pt x="7126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33"/>
            <p:cNvSpPr/>
            <p:nvPr/>
          </p:nvSpPr>
          <p:spPr>
            <a:xfrm>
              <a:off x="3517435" y="4989161"/>
              <a:ext cx="625880" cy="647661"/>
            </a:xfrm>
            <a:custGeom>
              <a:avLst/>
              <a:gdLst/>
              <a:ahLst/>
              <a:cxnLst/>
              <a:rect l="l" t="t" r="r" b="b"/>
              <a:pathLst>
                <a:path w="20086" h="20785" extrusionOk="0">
                  <a:moveTo>
                    <a:pt x="7127" y="3284"/>
                  </a:moveTo>
                  <a:lnTo>
                    <a:pt x="16977" y="13309"/>
                  </a:lnTo>
                  <a:lnTo>
                    <a:pt x="12925" y="17640"/>
                  </a:lnTo>
                  <a:lnTo>
                    <a:pt x="3040" y="8034"/>
                  </a:lnTo>
                  <a:lnTo>
                    <a:pt x="7127" y="3284"/>
                  </a:lnTo>
                  <a:close/>
                  <a:moveTo>
                    <a:pt x="6987" y="0"/>
                  </a:moveTo>
                  <a:lnTo>
                    <a:pt x="1" y="8174"/>
                  </a:lnTo>
                  <a:lnTo>
                    <a:pt x="13030" y="20784"/>
                  </a:lnTo>
                  <a:lnTo>
                    <a:pt x="20086" y="13274"/>
                  </a:lnTo>
                  <a:lnTo>
                    <a:pt x="6987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33"/>
            <p:cNvSpPr/>
            <p:nvPr/>
          </p:nvSpPr>
          <p:spPr>
            <a:xfrm>
              <a:off x="3861379" y="4650638"/>
              <a:ext cx="628061" cy="629152"/>
            </a:xfrm>
            <a:custGeom>
              <a:avLst/>
              <a:gdLst/>
              <a:ahLst/>
              <a:cxnLst/>
              <a:rect l="l" t="t" r="r" b="b"/>
              <a:pathLst>
                <a:path w="20156" h="20191" extrusionOk="0">
                  <a:moveTo>
                    <a:pt x="7127" y="3145"/>
                  </a:moveTo>
                  <a:lnTo>
                    <a:pt x="17012" y="13065"/>
                  </a:lnTo>
                  <a:lnTo>
                    <a:pt x="13030" y="17047"/>
                  </a:lnTo>
                  <a:lnTo>
                    <a:pt x="3145" y="7127"/>
                  </a:lnTo>
                  <a:lnTo>
                    <a:pt x="7127" y="3145"/>
                  </a:lnTo>
                  <a:close/>
                  <a:moveTo>
                    <a:pt x="7127" y="1"/>
                  </a:moveTo>
                  <a:lnTo>
                    <a:pt x="1" y="7127"/>
                  </a:lnTo>
                  <a:lnTo>
                    <a:pt x="13030" y="20191"/>
                  </a:lnTo>
                  <a:lnTo>
                    <a:pt x="20156" y="13065"/>
                  </a:lnTo>
                  <a:lnTo>
                    <a:pt x="7127" y="1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33"/>
            <p:cNvSpPr/>
            <p:nvPr/>
          </p:nvSpPr>
          <p:spPr>
            <a:xfrm rot="-5400000">
              <a:off x="2265996" y="5357612"/>
              <a:ext cx="967643" cy="962190"/>
            </a:xfrm>
            <a:custGeom>
              <a:avLst/>
              <a:gdLst/>
              <a:ahLst/>
              <a:cxnLst/>
              <a:rect l="l" t="t" r="r" b="b"/>
              <a:pathLst>
                <a:path w="31054" h="30879" extrusionOk="0">
                  <a:moveTo>
                    <a:pt x="7650" y="3109"/>
                  </a:moveTo>
                  <a:lnTo>
                    <a:pt x="18793" y="14252"/>
                  </a:lnTo>
                  <a:lnTo>
                    <a:pt x="23928" y="9082"/>
                  </a:lnTo>
                  <a:lnTo>
                    <a:pt x="27875" y="12890"/>
                  </a:lnTo>
                  <a:lnTo>
                    <a:pt x="12750" y="27770"/>
                  </a:lnTo>
                  <a:lnTo>
                    <a:pt x="3109" y="18234"/>
                  </a:lnTo>
                  <a:lnTo>
                    <a:pt x="8454" y="12680"/>
                  </a:lnTo>
                  <a:lnTo>
                    <a:pt x="3319" y="7161"/>
                  </a:lnTo>
                  <a:lnTo>
                    <a:pt x="7650" y="3109"/>
                  </a:lnTo>
                  <a:close/>
                  <a:moveTo>
                    <a:pt x="7685" y="0"/>
                  </a:moveTo>
                  <a:lnTo>
                    <a:pt x="175" y="7056"/>
                  </a:lnTo>
                  <a:lnTo>
                    <a:pt x="5415" y="12645"/>
                  </a:lnTo>
                  <a:lnTo>
                    <a:pt x="0" y="18234"/>
                  </a:lnTo>
                  <a:lnTo>
                    <a:pt x="12750" y="30879"/>
                  </a:lnTo>
                  <a:lnTo>
                    <a:pt x="31054" y="12855"/>
                  </a:lnTo>
                  <a:lnTo>
                    <a:pt x="23928" y="5938"/>
                  </a:lnTo>
                  <a:lnTo>
                    <a:pt x="18793" y="11108"/>
                  </a:lnTo>
                  <a:lnTo>
                    <a:pt x="7685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33"/>
            <p:cNvSpPr/>
            <p:nvPr/>
          </p:nvSpPr>
          <p:spPr>
            <a:xfrm rot="-5400000">
              <a:off x="2779202" y="4824807"/>
              <a:ext cx="625880" cy="647661"/>
            </a:xfrm>
            <a:custGeom>
              <a:avLst/>
              <a:gdLst/>
              <a:ahLst/>
              <a:cxnLst/>
              <a:rect l="l" t="t" r="r" b="b"/>
              <a:pathLst>
                <a:path w="20086" h="20785" extrusionOk="0">
                  <a:moveTo>
                    <a:pt x="7127" y="3284"/>
                  </a:moveTo>
                  <a:lnTo>
                    <a:pt x="16977" y="13309"/>
                  </a:lnTo>
                  <a:lnTo>
                    <a:pt x="12925" y="17640"/>
                  </a:lnTo>
                  <a:lnTo>
                    <a:pt x="3040" y="8035"/>
                  </a:lnTo>
                  <a:lnTo>
                    <a:pt x="7127" y="3284"/>
                  </a:lnTo>
                  <a:close/>
                  <a:moveTo>
                    <a:pt x="6987" y="0"/>
                  </a:moveTo>
                  <a:lnTo>
                    <a:pt x="1" y="8174"/>
                  </a:lnTo>
                  <a:lnTo>
                    <a:pt x="13030" y="20784"/>
                  </a:lnTo>
                  <a:lnTo>
                    <a:pt x="20086" y="13274"/>
                  </a:lnTo>
                  <a:lnTo>
                    <a:pt x="6987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33"/>
            <p:cNvSpPr/>
            <p:nvPr/>
          </p:nvSpPr>
          <p:spPr>
            <a:xfrm rot="-5400000">
              <a:off x="-845314" y="5180732"/>
              <a:ext cx="963280" cy="963280"/>
            </a:xfrm>
            <a:custGeom>
              <a:avLst/>
              <a:gdLst/>
              <a:ahLst/>
              <a:cxnLst/>
              <a:rect l="l" t="t" r="r" b="b"/>
              <a:pathLst>
                <a:path w="30914" h="30914" extrusionOk="0">
                  <a:moveTo>
                    <a:pt x="23788" y="3144"/>
                  </a:moveTo>
                  <a:lnTo>
                    <a:pt x="27770" y="7126"/>
                  </a:lnTo>
                  <a:lnTo>
                    <a:pt x="7126" y="27770"/>
                  </a:lnTo>
                  <a:lnTo>
                    <a:pt x="3144" y="23788"/>
                  </a:lnTo>
                  <a:lnTo>
                    <a:pt x="23788" y="3144"/>
                  </a:lnTo>
                  <a:close/>
                  <a:moveTo>
                    <a:pt x="23788" y="0"/>
                  </a:moveTo>
                  <a:lnTo>
                    <a:pt x="0" y="23788"/>
                  </a:lnTo>
                  <a:lnTo>
                    <a:pt x="7126" y="30914"/>
                  </a:lnTo>
                  <a:lnTo>
                    <a:pt x="30914" y="7126"/>
                  </a:lnTo>
                  <a:lnTo>
                    <a:pt x="23788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33"/>
            <p:cNvSpPr/>
            <p:nvPr/>
          </p:nvSpPr>
          <p:spPr>
            <a:xfrm rot="-5400000">
              <a:off x="-845314" y="5180732"/>
              <a:ext cx="963280" cy="963280"/>
            </a:xfrm>
            <a:custGeom>
              <a:avLst/>
              <a:gdLst/>
              <a:ahLst/>
              <a:cxnLst/>
              <a:rect l="l" t="t" r="r" b="b"/>
              <a:pathLst>
                <a:path w="30914" h="30914" extrusionOk="0">
                  <a:moveTo>
                    <a:pt x="23788" y="3144"/>
                  </a:moveTo>
                  <a:lnTo>
                    <a:pt x="27770" y="7126"/>
                  </a:lnTo>
                  <a:lnTo>
                    <a:pt x="7126" y="27770"/>
                  </a:lnTo>
                  <a:lnTo>
                    <a:pt x="3144" y="23788"/>
                  </a:lnTo>
                  <a:lnTo>
                    <a:pt x="23788" y="3144"/>
                  </a:lnTo>
                  <a:close/>
                  <a:moveTo>
                    <a:pt x="23788" y="0"/>
                  </a:moveTo>
                  <a:lnTo>
                    <a:pt x="0" y="23788"/>
                  </a:lnTo>
                  <a:lnTo>
                    <a:pt x="7126" y="30914"/>
                  </a:lnTo>
                  <a:lnTo>
                    <a:pt x="30914" y="7126"/>
                  </a:lnTo>
                  <a:lnTo>
                    <a:pt x="23788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33"/>
            <p:cNvSpPr/>
            <p:nvPr/>
          </p:nvSpPr>
          <p:spPr>
            <a:xfrm rot="-5400000">
              <a:off x="376999" y="4673510"/>
              <a:ext cx="951315" cy="951315"/>
            </a:xfrm>
            <a:custGeom>
              <a:avLst/>
              <a:gdLst/>
              <a:ahLst/>
              <a:cxnLst/>
              <a:rect l="l" t="t" r="r" b="b"/>
              <a:pathLst>
                <a:path w="30530" h="30530" extrusionOk="0">
                  <a:moveTo>
                    <a:pt x="23404" y="3144"/>
                  </a:moveTo>
                  <a:lnTo>
                    <a:pt x="27386" y="7126"/>
                  </a:lnTo>
                  <a:lnTo>
                    <a:pt x="7126" y="27386"/>
                  </a:lnTo>
                  <a:lnTo>
                    <a:pt x="3144" y="23404"/>
                  </a:lnTo>
                  <a:lnTo>
                    <a:pt x="23404" y="3144"/>
                  </a:lnTo>
                  <a:close/>
                  <a:moveTo>
                    <a:pt x="23404" y="0"/>
                  </a:moveTo>
                  <a:lnTo>
                    <a:pt x="0" y="23404"/>
                  </a:lnTo>
                  <a:lnTo>
                    <a:pt x="7126" y="30530"/>
                  </a:lnTo>
                  <a:lnTo>
                    <a:pt x="30530" y="7126"/>
                  </a:lnTo>
                  <a:lnTo>
                    <a:pt x="23404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33"/>
            <p:cNvSpPr/>
            <p:nvPr/>
          </p:nvSpPr>
          <p:spPr>
            <a:xfrm rot="-5400000">
              <a:off x="-233612" y="4927121"/>
              <a:ext cx="791308" cy="950224"/>
            </a:xfrm>
            <a:custGeom>
              <a:avLst/>
              <a:gdLst/>
              <a:ahLst/>
              <a:cxnLst/>
              <a:rect l="l" t="t" r="r" b="b"/>
              <a:pathLst>
                <a:path w="25395" h="30495" extrusionOk="0">
                  <a:moveTo>
                    <a:pt x="18234" y="3074"/>
                  </a:moveTo>
                  <a:lnTo>
                    <a:pt x="22146" y="6707"/>
                  </a:lnTo>
                  <a:lnTo>
                    <a:pt x="16662" y="12051"/>
                  </a:lnTo>
                  <a:lnTo>
                    <a:pt x="22216" y="17780"/>
                  </a:lnTo>
                  <a:lnTo>
                    <a:pt x="12680" y="27351"/>
                  </a:lnTo>
                  <a:lnTo>
                    <a:pt x="3144" y="17815"/>
                  </a:lnTo>
                  <a:lnTo>
                    <a:pt x="18234" y="3074"/>
                  </a:lnTo>
                  <a:close/>
                  <a:moveTo>
                    <a:pt x="18234" y="0"/>
                  </a:moveTo>
                  <a:lnTo>
                    <a:pt x="0" y="17815"/>
                  </a:lnTo>
                  <a:lnTo>
                    <a:pt x="12680" y="30495"/>
                  </a:lnTo>
                  <a:lnTo>
                    <a:pt x="25360" y="17850"/>
                  </a:lnTo>
                  <a:lnTo>
                    <a:pt x="19806" y="12121"/>
                  </a:lnTo>
                  <a:lnTo>
                    <a:pt x="25395" y="6707"/>
                  </a:lnTo>
                  <a:lnTo>
                    <a:pt x="18234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33"/>
            <p:cNvSpPr/>
            <p:nvPr/>
          </p:nvSpPr>
          <p:spPr>
            <a:xfrm rot="-5400000">
              <a:off x="1143816" y="4575013"/>
              <a:ext cx="1482468" cy="1309406"/>
            </a:xfrm>
            <a:custGeom>
              <a:avLst/>
              <a:gdLst/>
              <a:ahLst/>
              <a:cxnLst/>
              <a:rect l="l" t="t" r="r" b="b"/>
              <a:pathLst>
                <a:path w="47576" h="42022" extrusionOk="0">
                  <a:moveTo>
                    <a:pt x="29342" y="3144"/>
                  </a:moveTo>
                  <a:lnTo>
                    <a:pt x="44397" y="18199"/>
                  </a:lnTo>
                  <a:lnTo>
                    <a:pt x="40450" y="22042"/>
                  </a:lnTo>
                  <a:lnTo>
                    <a:pt x="29342" y="11108"/>
                  </a:lnTo>
                  <a:lnTo>
                    <a:pt x="16662" y="23788"/>
                  </a:lnTo>
                  <a:lnTo>
                    <a:pt x="23753" y="31124"/>
                  </a:lnTo>
                  <a:lnTo>
                    <a:pt x="29342" y="25360"/>
                  </a:lnTo>
                  <a:lnTo>
                    <a:pt x="33324" y="29342"/>
                  </a:lnTo>
                  <a:lnTo>
                    <a:pt x="23788" y="38878"/>
                  </a:lnTo>
                  <a:lnTo>
                    <a:pt x="12680" y="27770"/>
                  </a:lnTo>
                  <a:lnTo>
                    <a:pt x="7126" y="33324"/>
                  </a:lnTo>
                  <a:lnTo>
                    <a:pt x="3144" y="29342"/>
                  </a:lnTo>
                  <a:lnTo>
                    <a:pt x="29342" y="3144"/>
                  </a:lnTo>
                  <a:close/>
                  <a:moveTo>
                    <a:pt x="29342" y="0"/>
                  </a:moveTo>
                  <a:lnTo>
                    <a:pt x="0" y="29342"/>
                  </a:lnTo>
                  <a:lnTo>
                    <a:pt x="7126" y="36468"/>
                  </a:lnTo>
                  <a:lnTo>
                    <a:pt x="12680" y="30914"/>
                  </a:lnTo>
                  <a:lnTo>
                    <a:pt x="23788" y="42022"/>
                  </a:lnTo>
                  <a:lnTo>
                    <a:pt x="36468" y="29342"/>
                  </a:lnTo>
                  <a:lnTo>
                    <a:pt x="29342" y="22216"/>
                  </a:lnTo>
                  <a:lnTo>
                    <a:pt x="23788" y="27910"/>
                  </a:lnTo>
                  <a:lnTo>
                    <a:pt x="19771" y="23788"/>
                  </a:lnTo>
                  <a:lnTo>
                    <a:pt x="29342" y="14252"/>
                  </a:lnTo>
                  <a:lnTo>
                    <a:pt x="40415" y="25150"/>
                  </a:lnTo>
                  <a:lnTo>
                    <a:pt x="47576" y="18269"/>
                  </a:lnTo>
                  <a:lnTo>
                    <a:pt x="29342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33"/>
            <p:cNvSpPr/>
            <p:nvPr/>
          </p:nvSpPr>
          <p:spPr>
            <a:xfrm rot="-5400000">
              <a:off x="2430334" y="4489027"/>
              <a:ext cx="628061" cy="629152"/>
            </a:xfrm>
            <a:custGeom>
              <a:avLst/>
              <a:gdLst/>
              <a:ahLst/>
              <a:cxnLst/>
              <a:rect l="l" t="t" r="r" b="b"/>
              <a:pathLst>
                <a:path w="20156" h="20191" extrusionOk="0">
                  <a:moveTo>
                    <a:pt x="7127" y="3145"/>
                  </a:moveTo>
                  <a:lnTo>
                    <a:pt x="17012" y="13065"/>
                  </a:lnTo>
                  <a:lnTo>
                    <a:pt x="13030" y="17047"/>
                  </a:lnTo>
                  <a:lnTo>
                    <a:pt x="3145" y="7127"/>
                  </a:lnTo>
                  <a:lnTo>
                    <a:pt x="7127" y="3145"/>
                  </a:lnTo>
                  <a:close/>
                  <a:moveTo>
                    <a:pt x="7127" y="1"/>
                  </a:moveTo>
                  <a:lnTo>
                    <a:pt x="1" y="7127"/>
                  </a:lnTo>
                  <a:lnTo>
                    <a:pt x="13030" y="20191"/>
                  </a:lnTo>
                  <a:lnTo>
                    <a:pt x="20156" y="13065"/>
                  </a:lnTo>
                  <a:lnTo>
                    <a:pt x="7127" y="1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33"/>
            <p:cNvSpPr/>
            <p:nvPr/>
          </p:nvSpPr>
          <p:spPr>
            <a:xfrm rot="-5400000">
              <a:off x="-147615" y="4487381"/>
              <a:ext cx="444092" cy="444092"/>
            </a:xfrm>
            <a:custGeom>
              <a:avLst/>
              <a:gdLst/>
              <a:ahLst/>
              <a:cxnLst/>
              <a:rect l="l" t="t" r="r" b="b"/>
              <a:pathLst>
                <a:path w="14252" h="14252" extrusionOk="0">
                  <a:moveTo>
                    <a:pt x="7126" y="3144"/>
                  </a:moveTo>
                  <a:lnTo>
                    <a:pt x="11073" y="7126"/>
                  </a:lnTo>
                  <a:lnTo>
                    <a:pt x="7126" y="11108"/>
                  </a:lnTo>
                  <a:lnTo>
                    <a:pt x="3144" y="7126"/>
                  </a:lnTo>
                  <a:lnTo>
                    <a:pt x="7126" y="3144"/>
                  </a:lnTo>
                  <a:close/>
                  <a:moveTo>
                    <a:pt x="7126" y="0"/>
                  </a:moveTo>
                  <a:lnTo>
                    <a:pt x="0" y="7126"/>
                  </a:lnTo>
                  <a:lnTo>
                    <a:pt x="7126" y="14252"/>
                  </a:lnTo>
                  <a:lnTo>
                    <a:pt x="14252" y="7126"/>
                  </a:lnTo>
                  <a:lnTo>
                    <a:pt x="71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33"/>
            <p:cNvSpPr/>
            <p:nvPr/>
          </p:nvSpPr>
          <p:spPr>
            <a:xfrm rot="-5400000">
              <a:off x="956037" y="4303952"/>
              <a:ext cx="628061" cy="629152"/>
            </a:xfrm>
            <a:custGeom>
              <a:avLst/>
              <a:gdLst/>
              <a:ahLst/>
              <a:cxnLst/>
              <a:rect l="l" t="t" r="r" b="b"/>
              <a:pathLst>
                <a:path w="20156" h="20191" extrusionOk="0">
                  <a:moveTo>
                    <a:pt x="7127" y="3145"/>
                  </a:moveTo>
                  <a:lnTo>
                    <a:pt x="17012" y="13065"/>
                  </a:lnTo>
                  <a:lnTo>
                    <a:pt x="13030" y="17047"/>
                  </a:lnTo>
                  <a:lnTo>
                    <a:pt x="3145" y="7127"/>
                  </a:lnTo>
                  <a:lnTo>
                    <a:pt x="7127" y="3145"/>
                  </a:lnTo>
                  <a:close/>
                  <a:moveTo>
                    <a:pt x="7127" y="1"/>
                  </a:moveTo>
                  <a:lnTo>
                    <a:pt x="1" y="7127"/>
                  </a:lnTo>
                  <a:lnTo>
                    <a:pt x="13030" y="20191"/>
                  </a:lnTo>
                  <a:lnTo>
                    <a:pt x="20156" y="13065"/>
                  </a:lnTo>
                  <a:lnTo>
                    <a:pt x="7127" y="1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33"/>
            <p:cNvSpPr/>
            <p:nvPr/>
          </p:nvSpPr>
          <p:spPr>
            <a:xfrm rot="-5400000">
              <a:off x="8367410" y="4316506"/>
              <a:ext cx="444092" cy="444092"/>
            </a:xfrm>
            <a:custGeom>
              <a:avLst/>
              <a:gdLst/>
              <a:ahLst/>
              <a:cxnLst/>
              <a:rect l="l" t="t" r="r" b="b"/>
              <a:pathLst>
                <a:path w="14252" h="14252" extrusionOk="0">
                  <a:moveTo>
                    <a:pt x="7126" y="3144"/>
                  </a:moveTo>
                  <a:lnTo>
                    <a:pt x="11073" y="7126"/>
                  </a:lnTo>
                  <a:lnTo>
                    <a:pt x="7126" y="11108"/>
                  </a:lnTo>
                  <a:lnTo>
                    <a:pt x="3144" y="7126"/>
                  </a:lnTo>
                  <a:lnTo>
                    <a:pt x="7126" y="3144"/>
                  </a:lnTo>
                  <a:close/>
                  <a:moveTo>
                    <a:pt x="7126" y="0"/>
                  </a:moveTo>
                  <a:lnTo>
                    <a:pt x="0" y="7126"/>
                  </a:lnTo>
                  <a:lnTo>
                    <a:pt x="7126" y="14252"/>
                  </a:lnTo>
                  <a:lnTo>
                    <a:pt x="14252" y="7126"/>
                  </a:lnTo>
                  <a:lnTo>
                    <a:pt x="71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33"/>
            <p:cNvSpPr/>
            <p:nvPr/>
          </p:nvSpPr>
          <p:spPr>
            <a:xfrm rot="-5400000">
              <a:off x="3330097" y="4495019"/>
              <a:ext cx="444092" cy="444092"/>
            </a:xfrm>
            <a:custGeom>
              <a:avLst/>
              <a:gdLst/>
              <a:ahLst/>
              <a:cxnLst/>
              <a:rect l="l" t="t" r="r" b="b"/>
              <a:pathLst>
                <a:path w="14252" h="14252" extrusionOk="0">
                  <a:moveTo>
                    <a:pt x="7126" y="3144"/>
                  </a:moveTo>
                  <a:lnTo>
                    <a:pt x="11073" y="7126"/>
                  </a:lnTo>
                  <a:lnTo>
                    <a:pt x="7126" y="11108"/>
                  </a:lnTo>
                  <a:lnTo>
                    <a:pt x="3144" y="7126"/>
                  </a:lnTo>
                  <a:lnTo>
                    <a:pt x="7126" y="3144"/>
                  </a:lnTo>
                  <a:close/>
                  <a:moveTo>
                    <a:pt x="7126" y="0"/>
                  </a:moveTo>
                  <a:lnTo>
                    <a:pt x="0" y="7126"/>
                  </a:lnTo>
                  <a:lnTo>
                    <a:pt x="7126" y="14252"/>
                  </a:lnTo>
                  <a:lnTo>
                    <a:pt x="14252" y="7126"/>
                  </a:lnTo>
                  <a:lnTo>
                    <a:pt x="71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ONE_COLUMN_TEXT_1_1_1_2">
    <p:bg>
      <p:bgPr>
        <a:solidFill>
          <a:schemeClr val="accent1"/>
        </a:solidFill>
        <a:effectLst/>
      </p:bgPr>
    </p:bg>
    <p:spTree>
      <p:nvGrpSpPr>
        <p:cNvPr id="1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7" name="Google Shape;1037;p34"/>
          <p:cNvGrpSpPr/>
          <p:nvPr/>
        </p:nvGrpSpPr>
        <p:grpSpPr>
          <a:xfrm rot="-2700000">
            <a:off x="7197563" y="-1100897"/>
            <a:ext cx="4088184" cy="2704787"/>
            <a:chOff x="6538847" y="-343124"/>
            <a:chExt cx="4088223" cy="2704813"/>
          </a:xfrm>
        </p:grpSpPr>
        <p:sp>
          <p:nvSpPr>
            <p:cNvPr id="1038" name="Google Shape;1038;p34"/>
            <p:cNvSpPr/>
            <p:nvPr/>
          </p:nvSpPr>
          <p:spPr>
            <a:xfrm>
              <a:off x="8453442" y="1225346"/>
              <a:ext cx="789127" cy="790218"/>
            </a:xfrm>
            <a:custGeom>
              <a:avLst/>
              <a:gdLst/>
              <a:ahLst/>
              <a:cxnLst/>
              <a:rect l="l" t="t" r="r" b="b"/>
              <a:pathLst>
                <a:path w="25325" h="25360" extrusionOk="0">
                  <a:moveTo>
                    <a:pt x="7126" y="3144"/>
                  </a:moveTo>
                  <a:lnTo>
                    <a:pt x="22216" y="18234"/>
                  </a:lnTo>
                  <a:lnTo>
                    <a:pt x="18234" y="22216"/>
                  </a:lnTo>
                  <a:lnTo>
                    <a:pt x="3144" y="7126"/>
                  </a:lnTo>
                  <a:lnTo>
                    <a:pt x="7126" y="3144"/>
                  </a:lnTo>
                  <a:close/>
                  <a:moveTo>
                    <a:pt x="7126" y="0"/>
                  </a:moveTo>
                  <a:lnTo>
                    <a:pt x="0" y="7126"/>
                  </a:lnTo>
                  <a:lnTo>
                    <a:pt x="18234" y="25360"/>
                  </a:lnTo>
                  <a:lnTo>
                    <a:pt x="25325" y="18234"/>
                  </a:lnTo>
                  <a:lnTo>
                    <a:pt x="7126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34"/>
            <p:cNvSpPr/>
            <p:nvPr/>
          </p:nvSpPr>
          <p:spPr>
            <a:xfrm>
              <a:off x="7934254" y="534186"/>
              <a:ext cx="2692816" cy="1654440"/>
            </a:xfrm>
            <a:custGeom>
              <a:avLst/>
              <a:gdLst/>
              <a:ahLst/>
              <a:cxnLst/>
              <a:rect l="l" t="t" r="r" b="b"/>
              <a:pathLst>
                <a:path w="86419" h="53095" extrusionOk="0">
                  <a:moveTo>
                    <a:pt x="23788" y="3109"/>
                  </a:moveTo>
                  <a:lnTo>
                    <a:pt x="45969" y="25325"/>
                  </a:lnTo>
                  <a:lnTo>
                    <a:pt x="57461" y="13868"/>
                  </a:lnTo>
                  <a:lnTo>
                    <a:pt x="66997" y="23404"/>
                  </a:lnTo>
                  <a:lnTo>
                    <a:pt x="63015" y="27351"/>
                  </a:lnTo>
                  <a:lnTo>
                    <a:pt x="57461" y="21832"/>
                  </a:lnTo>
                  <a:lnTo>
                    <a:pt x="49986" y="29307"/>
                  </a:lnTo>
                  <a:lnTo>
                    <a:pt x="62631" y="41987"/>
                  </a:lnTo>
                  <a:lnTo>
                    <a:pt x="79293" y="25325"/>
                  </a:lnTo>
                  <a:lnTo>
                    <a:pt x="83275" y="29307"/>
                  </a:lnTo>
                  <a:lnTo>
                    <a:pt x="62631" y="49951"/>
                  </a:lnTo>
                  <a:lnTo>
                    <a:pt x="23788" y="11073"/>
                  </a:lnTo>
                  <a:lnTo>
                    <a:pt x="7126" y="27735"/>
                  </a:lnTo>
                  <a:lnTo>
                    <a:pt x="3144" y="23753"/>
                  </a:lnTo>
                  <a:lnTo>
                    <a:pt x="23788" y="3109"/>
                  </a:lnTo>
                  <a:close/>
                  <a:moveTo>
                    <a:pt x="23788" y="0"/>
                  </a:moveTo>
                  <a:lnTo>
                    <a:pt x="0" y="23753"/>
                  </a:lnTo>
                  <a:lnTo>
                    <a:pt x="7126" y="30879"/>
                  </a:lnTo>
                  <a:lnTo>
                    <a:pt x="23788" y="14217"/>
                  </a:lnTo>
                  <a:lnTo>
                    <a:pt x="62631" y="53095"/>
                  </a:lnTo>
                  <a:lnTo>
                    <a:pt x="86419" y="29307"/>
                  </a:lnTo>
                  <a:lnTo>
                    <a:pt x="79293" y="22181"/>
                  </a:lnTo>
                  <a:lnTo>
                    <a:pt x="62631" y="38843"/>
                  </a:lnTo>
                  <a:lnTo>
                    <a:pt x="53095" y="29307"/>
                  </a:lnTo>
                  <a:lnTo>
                    <a:pt x="57461" y="24941"/>
                  </a:lnTo>
                  <a:lnTo>
                    <a:pt x="62980" y="30495"/>
                  </a:lnTo>
                  <a:lnTo>
                    <a:pt x="70106" y="23369"/>
                  </a:lnTo>
                  <a:lnTo>
                    <a:pt x="57461" y="10724"/>
                  </a:lnTo>
                  <a:lnTo>
                    <a:pt x="45969" y="22181"/>
                  </a:lnTo>
                  <a:lnTo>
                    <a:pt x="23788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34"/>
            <p:cNvSpPr/>
            <p:nvPr/>
          </p:nvSpPr>
          <p:spPr>
            <a:xfrm>
              <a:off x="9145692" y="1917596"/>
              <a:ext cx="443002" cy="444092"/>
            </a:xfrm>
            <a:custGeom>
              <a:avLst/>
              <a:gdLst/>
              <a:ahLst/>
              <a:cxnLst/>
              <a:rect l="l" t="t" r="r" b="b"/>
              <a:pathLst>
                <a:path w="14217" h="14252" extrusionOk="0">
                  <a:moveTo>
                    <a:pt x="7091" y="3144"/>
                  </a:moveTo>
                  <a:lnTo>
                    <a:pt x="11073" y="7126"/>
                  </a:lnTo>
                  <a:lnTo>
                    <a:pt x="7091" y="11108"/>
                  </a:lnTo>
                  <a:lnTo>
                    <a:pt x="3109" y="7126"/>
                  </a:lnTo>
                  <a:lnTo>
                    <a:pt x="7091" y="3144"/>
                  </a:lnTo>
                  <a:close/>
                  <a:moveTo>
                    <a:pt x="7091" y="0"/>
                  </a:moveTo>
                  <a:lnTo>
                    <a:pt x="0" y="7126"/>
                  </a:lnTo>
                  <a:lnTo>
                    <a:pt x="7091" y="14252"/>
                  </a:lnTo>
                  <a:lnTo>
                    <a:pt x="14217" y="7126"/>
                  </a:lnTo>
                  <a:lnTo>
                    <a:pt x="70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34"/>
            <p:cNvSpPr/>
            <p:nvPr/>
          </p:nvSpPr>
          <p:spPr>
            <a:xfrm>
              <a:off x="8107317" y="188061"/>
              <a:ext cx="444092" cy="443002"/>
            </a:xfrm>
            <a:custGeom>
              <a:avLst/>
              <a:gdLst/>
              <a:ahLst/>
              <a:cxnLst/>
              <a:rect l="l" t="t" r="r" b="b"/>
              <a:pathLst>
                <a:path w="14252" h="14217" extrusionOk="0">
                  <a:moveTo>
                    <a:pt x="7126" y="3109"/>
                  </a:moveTo>
                  <a:lnTo>
                    <a:pt x="11108" y="7126"/>
                  </a:lnTo>
                  <a:lnTo>
                    <a:pt x="7126" y="11108"/>
                  </a:lnTo>
                  <a:lnTo>
                    <a:pt x="3144" y="7126"/>
                  </a:lnTo>
                  <a:lnTo>
                    <a:pt x="7126" y="3109"/>
                  </a:lnTo>
                  <a:close/>
                  <a:moveTo>
                    <a:pt x="7126" y="0"/>
                  </a:moveTo>
                  <a:lnTo>
                    <a:pt x="0" y="7126"/>
                  </a:lnTo>
                  <a:lnTo>
                    <a:pt x="7126" y="14217"/>
                  </a:lnTo>
                  <a:lnTo>
                    <a:pt x="14252" y="7126"/>
                  </a:lnTo>
                  <a:lnTo>
                    <a:pt x="71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34"/>
            <p:cNvSpPr/>
            <p:nvPr/>
          </p:nvSpPr>
          <p:spPr>
            <a:xfrm>
              <a:off x="8293435" y="-338762"/>
              <a:ext cx="1295259" cy="1315949"/>
            </a:xfrm>
            <a:custGeom>
              <a:avLst/>
              <a:gdLst/>
              <a:ahLst/>
              <a:cxnLst/>
              <a:rect l="l" t="t" r="r" b="b"/>
              <a:pathLst>
                <a:path w="41568" h="42232" extrusionOk="0">
                  <a:moveTo>
                    <a:pt x="7091" y="3249"/>
                  </a:moveTo>
                  <a:lnTo>
                    <a:pt x="38459" y="35106"/>
                  </a:lnTo>
                  <a:lnTo>
                    <a:pt x="34442" y="39088"/>
                  </a:lnTo>
                  <a:lnTo>
                    <a:pt x="3039" y="7685"/>
                  </a:lnTo>
                  <a:lnTo>
                    <a:pt x="7091" y="3249"/>
                  </a:lnTo>
                  <a:close/>
                  <a:moveTo>
                    <a:pt x="7021" y="0"/>
                  </a:moveTo>
                  <a:lnTo>
                    <a:pt x="0" y="7755"/>
                  </a:lnTo>
                  <a:lnTo>
                    <a:pt x="34442" y="42232"/>
                  </a:lnTo>
                  <a:lnTo>
                    <a:pt x="41568" y="35141"/>
                  </a:lnTo>
                  <a:lnTo>
                    <a:pt x="70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34"/>
            <p:cNvSpPr/>
            <p:nvPr/>
          </p:nvSpPr>
          <p:spPr>
            <a:xfrm>
              <a:off x="7242003" y="-331127"/>
              <a:ext cx="963280" cy="790218"/>
            </a:xfrm>
            <a:custGeom>
              <a:avLst/>
              <a:gdLst/>
              <a:ahLst/>
              <a:cxnLst/>
              <a:rect l="l" t="t" r="r" b="b"/>
              <a:pathLst>
                <a:path w="30914" h="25360" extrusionOk="0">
                  <a:moveTo>
                    <a:pt x="7126" y="3144"/>
                  </a:moveTo>
                  <a:lnTo>
                    <a:pt x="18234" y="14252"/>
                  </a:lnTo>
                  <a:lnTo>
                    <a:pt x="23788" y="8698"/>
                  </a:lnTo>
                  <a:lnTo>
                    <a:pt x="27770" y="12680"/>
                  </a:lnTo>
                  <a:lnTo>
                    <a:pt x="18234" y="22216"/>
                  </a:lnTo>
                  <a:lnTo>
                    <a:pt x="3144" y="7126"/>
                  </a:lnTo>
                  <a:lnTo>
                    <a:pt x="7126" y="3144"/>
                  </a:lnTo>
                  <a:close/>
                  <a:moveTo>
                    <a:pt x="7126" y="0"/>
                  </a:moveTo>
                  <a:lnTo>
                    <a:pt x="0" y="7126"/>
                  </a:lnTo>
                  <a:lnTo>
                    <a:pt x="18234" y="25360"/>
                  </a:lnTo>
                  <a:lnTo>
                    <a:pt x="30914" y="12680"/>
                  </a:lnTo>
                  <a:lnTo>
                    <a:pt x="23788" y="5554"/>
                  </a:lnTo>
                  <a:lnTo>
                    <a:pt x="18234" y="11108"/>
                  </a:lnTo>
                  <a:lnTo>
                    <a:pt x="7126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34"/>
            <p:cNvSpPr/>
            <p:nvPr/>
          </p:nvSpPr>
          <p:spPr>
            <a:xfrm>
              <a:off x="7068941" y="188061"/>
              <a:ext cx="1136343" cy="962190"/>
            </a:xfrm>
            <a:custGeom>
              <a:avLst/>
              <a:gdLst/>
              <a:ahLst/>
              <a:cxnLst/>
              <a:rect l="l" t="t" r="r" b="b"/>
              <a:pathLst>
                <a:path w="36468" h="30879" extrusionOk="0">
                  <a:moveTo>
                    <a:pt x="7126" y="3144"/>
                  </a:moveTo>
                  <a:lnTo>
                    <a:pt x="23788" y="19771"/>
                  </a:lnTo>
                  <a:lnTo>
                    <a:pt x="29342" y="14217"/>
                  </a:lnTo>
                  <a:lnTo>
                    <a:pt x="33324" y="18199"/>
                  </a:lnTo>
                  <a:lnTo>
                    <a:pt x="23788" y="27735"/>
                  </a:lnTo>
                  <a:lnTo>
                    <a:pt x="3144" y="7126"/>
                  </a:lnTo>
                  <a:lnTo>
                    <a:pt x="7126" y="3144"/>
                  </a:lnTo>
                  <a:close/>
                  <a:moveTo>
                    <a:pt x="7126" y="0"/>
                  </a:moveTo>
                  <a:lnTo>
                    <a:pt x="0" y="7126"/>
                  </a:lnTo>
                  <a:lnTo>
                    <a:pt x="23788" y="30879"/>
                  </a:lnTo>
                  <a:lnTo>
                    <a:pt x="36468" y="18199"/>
                  </a:lnTo>
                  <a:lnTo>
                    <a:pt x="29342" y="11108"/>
                  </a:lnTo>
                  <a:lnTo>
                    <a:pt x="23788" y="16627"/>
                  </a:lnTo>
                  <a:lnTo>
                    <a:pt x="7126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34"/>
            <p:cNvSpPr/>
            <p:nvPr/>
          </p:nvSpPr>
          <p:spPr>
            <a:xfrm>
              <a:off x="6538847" y="-343124"/>
              <a:ext cx="628061" cy="629152"/>
            </a:xfrm>
            <a:custGeom>
              <a:avLst/>
              <a:gdLst/>
              <a:ahLst/>
              <a:cxnLst/>
              <a:rect l="l" t="t" r="r" b="b"/>
              <a:pathLst>
                <a:path w="20156" h="20191" extrusionOk="0">
                  <a:moveTo>
                    <a:pt x="7127" y="3145"/>
                  </a:moveTo>
                  <a:lnTo>
                    <a:pt x="17012" y="13065"/>
                  </a:lnTo>
                  <a:lnTo>
                    <a:pt x="13030" y="17047"/>
                  </a:lnTo>
                  <a:lnTo>
                    <a:pt x="3145" y="7127"/>
                  </a:lnTo>
                  <a:lnTo>
                    <a:pt x="7127" y="3145"/>
                  </a:lnTo>
                  <a:close/>
                  <a:moveTo>
                    <a:pt x="7127" y="1"/>
                  </a:moveTo>
                  <a:lnTo>
                    <a:pt x="1" y="7127"/>
                  </a:lnTo>
                  <a:lnTo>
                    <a:pt x="13030" y="20191"/>
                  </a:lnTo>
                  <a:lnTo>
                    <a:pt x="20156" y="13065"/>
                  </a:lnTo>
                  <a:lnTo>
                    <a:pt x="712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46" name="Google Shape;1046;p34"/>
          <p:cNvGrpSpPr/>
          <p:nvPr/>
        </p:nvGrpSpPr>
        <p:grpSpPr>
          <a:xfrm rot="-2700000">
            <a:off x="-1320373" y="-1100897"/>
            <a:ext cx="4088184" cy="2704787"/>
            <a:chOff x="6538847" y="-343124"/>
            <a:chExt cx="4088223" cy="2704813"/>
          </a:xfrm>
        </p:grpSpPr>
        <p:sp>
          <p:nvSpPr>
            <p:cNvPr id="1047" name="Google Shape;1047;p34"/>
            <p:cNvSpPr/>
            <p:nvPr/>
          </p:nvSpPr>
          <p:spPr>
            <a:xfrm>
              <a:off x="8453442" y="1225346"/>
              <a:ext cx="789127" cy="790218"/>
            </a:xfrm>
            <a:custGeom>
              <a:avLst/>
              <a:gdLst/>
              <a:ahLst/>
              <a:cxnLst/>
              <a:rect l="l" t="t" r="r" b="b"/>
              <a:pathLst>
                <a:path w="25325" h="25360" extrusionOk="0">
                  <a:moveTo>
                    <a:pt x="7126" y="3144"/>
                  </a:moveTo>
                  <a:lnTo>
                    <a:pt x="22216" y="18234"/>
                  </a:lnTo>
                  <a:lnTo>
                    <a:pt x="18234" y="22216"/>
                  </a:lnTo>
                  <a:lnTo>
                    <a:pt x="3144" y="7126"/>
                  </a:lnTo>
                  <a:lnTo>
                    <a:pt x="7126" y="3144"/>
                  </a:lnTo>
                  <a:close/>
                  <a:moveTo>
                    <a:pt x="7126" y="0"/>
                  </a:moveTo>
                  <a:lnTo>
                    <a:pt x="0" y="7126"/>
                  </a:lnTo>
                  <a:lnTo>
                    <a:pt x="18234" y="25360"/>
                  </a:lnTo>
                  <a:lnTo>
                    <a:pt x="25325" y="18234"/>
                  </a:lnTo>
                  <a:lnTo>
                    <a:pt x="7126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34"/>
            <p:cNvSpPr/>
            <p:nvPr/>
          </p:nvSpPr>
          <p:spPr>
            <a:xfrm>
              <a:off x="7934254" y="534186"/>
              <a:ext cx="2692816" cy="1654440"/>
            </a:xfrm>
            <a:custGeom>
              <a:avLst/>
              <a:gdLst/>
              <a:ahLst/>
              <a:cxnLst/>
              <a:rect l="l" t="t" r="r" b="b"/>
              <a:pathLst>
                <a:path w="86419" h="53095" extrusionOk="0">
                  <a:moveTo>
                    <a:pt x="23788" y="3109"/>
                  </a:moveTo>
                  <a:lnTo>
                    <a:pt x="45969" y="25325"/>
                  </a:lnTo>
                  <a:lnTo>
                    <a:pt x="57461" y="13868"/>
                  </a:lnTo>
                  <a:lnTo>
                    <a:pt x="66997" y="23404"/>
                  </a:lnTo>
                  <a:lnTo>
                    <a:pt x="63015" y="27351"/>
                  </a:lnTo>
                  <a:lnTo>
                    <a:pt x="57461" y="21832"/>
                  </a:lnTo>
                  <a:lnTo>
                    <a:pt x="49986" y="29307"/>
                  </a:lnTo>
                  <a:lnTo>
                    <a:pt x="62631" y="41987"/>
                  </a:lnTo>
                  <a:lnTo>
                    <a:pt x="79293" y="25325"/>
                  </a:lnTo>
                  <a:lnTo>
                    <a:pt x="83275" y="29307"/>
                  </a:lnTo>
                  <a:lnTo>
                    <a:pt x="62631" y="49951"/>
                  </a:lnTo>
                  <a:lnTo>
                    <a:pt x="23788" y="11073"/>
                  </a:lnTo>
                  <a:lnTo>
                    <a:pt x="7126" y="27735"/>
                  </a:lnTo>
                  <a:lnTo>
                    <a:pt x="3144" y="23753"/>
                  </a:lnTo>
                  <a:lnTo>
                    <a:pt x="23788" y="3109"/>
                  </a:lnTo>
                  <a:close/>
                  <a:moveTo>
                    <a:pt x="23788" y="0"/>
                  </a:moveTo>
                  <a:lnTo>
                    <a:pt x="0" y="23753"/>
                  </a:lnTo>
                  <a:lnTo>
                    <a:pt x="7126" y="30879"/>
                  </a:lnTo>
                  <a:lnTo>
                    <a:pt x="23788" y="14217"/>
                  </a:lnTo>
                  <a:lnTo>
                    <a:pt x="62631" y="53095"/>
                  </a:lnTo>
                  <a:lnTo>
                    <a:pt x="86419" y="29307"/>
                  </a:lnTo>
                  <a:lnTo>
                    <a:pt x="79293" y="22181"/>
                  </a:lnTo>
                  <a:lnTo>
                    <a:pt x="62631" y="38843"/>
                  </a:lnTo>
                  <a:lnTo>
                    <a:pt x="53095" y="29307"/>
                  </a:lnTo>
                  <a:lnTo>
                    <a:pt x="57461" y="24941"/>
                  </a:lnTo>
                  <a:lnTo>
                    <a:pt x="62980" y="30495"/>
                  </a:lnTo>
                  <a:lnTo>
                    <a:pt x="70106" y="23369"/>
                  </a:lnTo>
                  <a:lnTo>
                    <a:pt x="57461" y="10724"/>
                  </a:lnTo>
                  <a:lnTo>
                    <a:pt x="45969" y="22181"/>
                  </a:lnTo>
                  <a:lnTo>
                    <a:pt x="23788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34"/>
            <p:cNvSpPr/>
            <p:nvPr/>
          </p:nvSpPr>
          <p:spPr>
            <a:xfrm>
              <a:off x="9145692" y="1917596"/>
              <a:ext cx="443002" cy="444092"/>
            </a:xfrm>
            <a:custGeom>
              <a:avLst/>
              <a:gdLst/>
              <a:ahLst/>
              <a:cxnLst/>
              <a:rect l="l" t="t" r="r" b="b"/>
              <a:pathLst>
                <a:path w="14217" h="14252" extrusionOk="0">
                  <a:moveTo>
                    <a:pt x="7091" y="3144"/>
                  </a:moveTo>
                  <a:lnTo>
                    <a:pt x="11073" y="7126"/>
                  </a:lnTo>
                  <a:lnTo>
                    <a:pt x="7091" y="11108"/>
                  </a:lnTo>
                  <a:lnTo>
                    <a:pt x="3109" y="7126"/>
                  </a:lnTo>
                  <a:lnTo>
                    <a:pt x="7091" y="3144"/>
                  </a:lnTo>
                  <a:close/>
                  <a:moveTo>
                    <a:pt x="7091" y="0"/>
                  </a:moveTo>
                  <a:lnTo>
                    <a:pt x="0" y="7126"/>
                  </a:lnTo>
                  <a:lnTo>
                    <a:pt x="7091" y="14252"/>
                  </a:lnTo>
                  <a:lnTo>
                    <a:pt x="14217" y="7126"/>
                  </a:lnTo>
                  <a:lnTo>
                    <a:pt x="70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34"/>
            <p:cNvSpPr/>
            <p:nvPr/>
          </p:nvSpPr>
          <p:spPr>
            <a:xfrm>
              <a:off x="8107317" y="188061"/>
              <a:ext cx="444092" cy="443002"/>
            </a:xfrm>
            <a:custGeom>
              <a:avLst/>
              <a:gdLst/>
              <a:ahLst/>
              <a:cxnLst/>
              <a:rect l="l" t="t" r="r" b="b"/>
              <a:pathLst>
                <a:path w="14252" h="14217" extrusionOk="0">
                  <a:moveTo>
                    <a:pt x="7126" y="3109"/>
                  </a:moveTo>
                  <a:lnTo>
                    <a:pt x="11108" y="7126"/>
                  </a:lnTo>
                  <a:lnTo>
                    <a:pt x="7126" y="11108"/>
                  </a:lnTo>
                  <a:lnTo>
                    <a:pt x="3144" y="7126"/>
                  </a:lnTo>
                  <a:lnTo>
                    <a:pt x="7126" y="3109"/>
                  </a:lnTo>
                  <a:close/>
                  <a:moveTo>
                    <a:pt x="7126" y="0"/>
                  </a:moveTo>
                  <a:lnTo>
                    <a:pt x="0" y="7126"/>
                  </a:lnTo>
                  <a:lnTo>
                    <a:pt x="7126" y="14217"/>
                  </a:lnTo>
                  <a:lnTo>
                    <a:pt x="14252" y="7126"/>
                  </a:lnTo>
                  <a:lnTo>
                    <a:pt x="71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34"/>
            <p:cNvSpPr/>
            <p:nvPr/>
          </p:nvSpPr>
          <p:spPr>
            <a:xfrm>
              <a:off x="8293435" y="-338762"/>
              <a:ext cx="1295259" cy="1315949"/>
            </a:xfrm>
            <a:custGeom>
              <a:avLst/>
              <a:gdLst/>
              <a:ahLst/>
              <a:cxnLst/>
              <a:rect l="l" t="t" r="r" b="b"/>
              <a:pathLst>
                <a:path w="41568" h="42232" extrusionOk="0">
                  <a:moveTo>
                    <a:pt x="7091" y="3249"/>
                  </a:moveTo>
                  <a:lnTo>
                    <a:pt x="38459" y="35106"/>
                  </a:lnTo>
                  <a:lnTo>
                    <a:pt x="34442" y="39088"/>
                  </a:lnTo>
                  <a:lnTo>
                    <a:pt x="3039" y="7685"/>
                  </a:lnTo>
                  <a:lnTo>
                    <a:pt x="7091" y="3249"/>
                  </a:lnTo>
                  <a:close/>
                  <a:moveTo>
                    <a:pt x="7021" y="0"/>
                  </a:moveTo>
                  <a:lnTo>
                    <a:pt x="0" y="7755"/>
                  </a:lnTo>
                  <a:lnTo>
                    <a:pt x="34442" y="42232"/>
                  </a:lnTo>
                  <a:lnTo>
                    <a:pt x="41568" y="35141"/>
                  </a:lnTo>
                  <a:lnTo>
                    <a:pt x="70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34"/>
            <p:cNvSpPr/>
            <p:nvPr/>
          </p:nvSpPr>
          <p:spPr>
            <a:xfrm>
              <a:off x="7242003" y="-331127"/>
              <a:ext cx="963280" cy="790218"/>
            </a:xfrm>
            <a:custGeom>
              <a:avLst/>
              <a:gdLst/>
              <a:ahLst/>
              <a:cxnLst/>
              <a:rect l="l" t="t" r="r" b="b"/>
              <a:pathLst>
                <a:path w="30914" h="25360" extrusionOk="0">
                  <a:moveTo>
                    <a:pt x="7126" y="3144"/>
                  </a:moveTo>
                  <a:lnTo>
                    <a:pt x="18234" y="14252"/>
                  </a:lnTo>
                  <a:lnTo>
                    <a:pt x="23788" y="8698"/>
                  </a:lnTo>
                  <a:lnTo>
                    <a:pt x="27770" y="12680"/>
                  </a:lnTo>
                  <a:lnTo>
                    <a:pt x="18234" y="22216"/>
                  </a:lnTo>
                  <a:lnTo>
                    <a:pt x="3144" y="7126"/>
                  </a:lnTo>
                  <a:lnTo>
                    <a:pt x="7126" y="3144"/>
                  </a:lnTo>
                  <a:close/>
                  <a:moveTo>
                    <a:pt x="7126" y="0"/>
                  </a:moveTo>
                  <a:lnTo>
                    <a:pt x="0" y="7126"/>
                  </a:lnTo>
                  <a:lnTo>
                    <a:pt x="18234" y="25360"/>
                  </a:lnTo>
                  <a:lnTo>
                    <a:pt x="30914" y="12680"/>
                  </a:lnTo>
                  <a:lnTo>
                    <a:pt x="23788" y="5554"/>
                  </a:lnTo>
                  <a:lnTo>
                    <a:pt x="18234" y="11108"/>
                  </a:lnTo>
                  <a:lnTo>
                    <a:pt x="7126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34"/>
            <p:cNvSpPr/>
            <p:nvPr/>
          </p:nvSpPr>
          <p:spPr>
            <a:xfrm>
              <a:off x="7068941" y="188061"/>
              <a:ext cx="1136343" cy="962190"/>
            </a:xfrm>
            <a:custGeom>
              <a:avLst/>
              <a:gdLst/>
              <a:ahLst/>
              <a:cxnLst/>
              <a:rect l="l" t="t" r="r" b="b"/>
              <a:pathLst>
                <a:path w="36468" h="30879" extrusionOk="0">
                  <a:moveTo>
                    <a:pt x="7126" y="3144"/>
                  </a:moveTo>
                  <a:lnTo>
                    <a:pt x="23788" y="19771"/>
                  </a:lnTo>
                  <a:lnTo>
                    <a:pt x="29342" y="14217"/>
                  </a:lnTo>
                  <a:lnTo>
                    <a:pt x="33324" y="18199"/>
                  </a:lnTo>
                  <a:lnTo>
                    <a:pt x="23788" y="27735"/>
                  </a:lnTo>
                  <a:lnTo>
                    <a:pt x="3144" y="7126"/>
                  </a:lnTo>
                  <a:lnTo>
                    <a:pt x="7126" y="3144"/>
                  </a:lnTo>
                  <a:close/>
                  <a:moveTo>
                    <a:pt x="7126" y="0"/>
                  </a:moveTo>
                  <a:lnTo>
                    <a:pt x="0" y="7126"/>
                  </a:lnTo>
                  <a:lnTo>
                    <a:pt x="23788" y="30879"/>
                  </a:lnTo>
                  <a:lnTo>
                    <a:pt x="36468" y="18199"/>
                  </a:lnTo>
                  <a:lnTo>
                    <a:pt x="29342" y="11108"/>
                  </a:lnTo>
                  <a:lnTo>
                    <a:pt x="23788" y="16627"/>
                  </a:lnTo>
                  <a:lnTo>
                    <a:pt x="7126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34"/>
            <p:cNvSpPr/>
            <p:nvPr/>
          </p:nvSpPr>
          <p:spPr>
            <a:xfrm>
              <a:off x="6538847" y="-343124"/>
              <a:ext cx="628061" cy="629152"/>
            </a:xfrm>
            <a:custGeom>
              <a:avLst/>
              <a:gdLst/>
              <a:ahLst/>
              <a:cxnLst/>
              <a:rect l="l" t="t" r="r" b="b"/>
              <a:pathLst>
                <a:path w="20156" h="20191" extrusionOk="0">
                  <a:moveTo>
                    <a:pt x="7127" y="3145"/>
                  </a:moveTo>
                  <a:lnTo>
                    <a:pt x="17012" y="13065"/>
                  </a:lnTo>
                  <a:lnTo>
                    <a:pt x="13030" y="17047"/>
                  </a:lnTo>
                  <a:lnTo>
                    <a:pt x="3145" y="7127"/>
                  </a:lnTo>
                  <a:lnTo>
                    <a:pt x="7127" y="3145"/>
                  </a:lnTo>
                  <a:close/>
                  <a:moveTo>
                    <a:pt x="7127" y="1"/>
                  </a:moveTo>
                  <a:lnTo>
                    <a:pt x="1" y="7127"/>
                  </a:lnTo>
                  <a:lnTo>
                    <a:pt x="13030" y="20191"/>
                  </a:lnTo>
                  <a:lnTo>
                    <a:pt x="20156" y="13065"/>
                  </a:lnTo>
                  <a:lnTo>
                    <a:pt x="712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CAPTION_ONLY_2_1">
    <p:spTree>
      <p:nvGrpSpPr>
        <p:cNvPr id="1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6" name="Google Shape;1056;p35"/>
          <p:cNvGrpSpPr/>
          <p:nvPr/>
        </p:nvGrpSpPr>
        <p:grpSpPr>
          <a:xfrm>
            <a:off x="-1710528" y="3169751"/>
            <a:ext cx="4088223" cy="2704813"/>
            <a:chOff x="-2026253" y="4064426"/>
            <a:chExt cx="4088223" cy="2704813"/>
          </a:xfrm>
        </p:grpSpPr>
        <p:sp>
          <p:nvSpPr>
            <p:cNvPr id="1057" name="Google Shape;1057;p35"/>
            <p:cNvSpPr/>
            <p:nvPr/>
          </p:nvSpPr>
          <p:spPr>
            <a:xfrm>
              <a:off x="-111658" y="5632896"/>
              <a:ext cx="789127" cy="790218"/>
            </a:xfrm>
            <a:custGeom>
              <a:avLst/>
              <a:gdLst/>
              <a:ahLst/>
              <a:cxnLst/>
              <a:rect l="l" t="t" r="r" b="b"/>
              <a:pathLst>
                <a:path w="25325" h="25360" extrusionOk="0">
                  <a:moveTo>
                    <a:pt x="7126" y="3144"/>
                  </a:moveTo>
                  <a:lnTo>
                    <a:pt x="22216" y="18234"/>
                  </a:lnTo>
                  <a:lnTo>
                    <a:pt x="18234" y="22216"/>
                  </a:lnTo>
                  <a:lnTo>
                    <a:pt x="3144" y="7126"/>
                  </a:lnTo>
                  <a:lnTo>
                    <a:pt x="7126" y="3144"/>
                  </a:lnTo>
                  <a:close/>
                  <a:moveTo>
                    <a:pt x="7126" y="0"/>
                  </a:moveTo>
                  <a:lnTo>
                    <a:pt x="0" y="7126"/>
                  </a:lnTo>
                  <a:lnTo>
                    <a:pt x="18234" y="25360"/>
                  </a:lnTo>
                  <a:lnTo>
                    <a:pt x="25325" y="18234"/>
                  </a:lnTo>
                  <a:lnTo>
                    <a:pt x="7126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35"/>
            <p:cNvSpPr/>
            <p:nvPr/>
          </p:nvSpPr>
          <p:spPr>
            <a:xfrm>
              <a:off x="-630846" y="4941736"/>
              <a:ext cx="2692816" cy="1654440"/>
            </a:xfrm>
            <a:custGeom>
              <a:avLst/>
              <a:gdLst/>
              <a:ahLst/>
              <a:cxnLst/>
              <a:rect l="l" t="t" r="r" b="b"/>
              <a:pathLst>
                <a:path w="86419" h="53095" extrusionOk="0">
                  <a:moveTo>
                    <a:pt x="23788" y="3109"/>
                  </a:moveTo>
                  <a:lnTo>
                    <a:pt x="45969" y="25325"/>
                  </a:lnTo>
                  <a:lnTo>
                    <a:pt x="57461" y="13868"/>
                  </a:lnTo>
                  <a:lnTo>
                    <a:pt x="66997" y="23404"/>
                  </a:lnTo>
                  <a:lnTo>
                    <a:pt x="63015" y="27351"/>
                  </a:lnTo>
                  <a:lnTo>
                    <a:pt x="57461" y="21832"/>
                  </a:lnTo>
                  <a:lnTo>
                    <a:pt x="49986" y="29307"/>
                  </a:lnTo>
                  <a:lnTo>
                    <a:pt x="62631" y="41987"/>
                  </a:lnTo>
                  <a:lnTo>
                    <a:pt x="79293" y="25325"/>
                  </a:lnTo>
                  <a:lnTo>
                    <a:pt x="83275" y="29307"/>
                  </a:lnTo>
                  <a:lnTo>
                    <a:pt x="62631" y="49951"/>
                  </a:lnTo>
                  <a:lnTo>
                    <a:pt x="23788" y="11073"/>
                  </a:lnTo>
                  <a:lnTo>
                    <a:pt x="7126" y="27735"/>
                  </a:lnTo>
                  <a:lnTo>
                    <a:pt x="3144" y="23753"/>
                  </a:lnTo>
                  <a:lnTo>
                    <a:pt x="23788" y="3109"/>
                  </a:lnTo>
                  <a:close/>
                  <a:moveTo>
                    <a:pt x="23788" y="0"/>
                  </a:moveTo>
                  <a:lnTo>
                    <a:pt x="0" y="23753"/>
                  </a:lnTo>
                  <a:lnTo>
                    <a:pt x="7126" y="30879"/>
                  </a:lnTo>
                  <a:lnTo>
                    <a:pt x="23788" y="14217"/>
                  </a:lnTo>
                  <a:lnTo>
                    <a:pt x="62631" y="53095"/>
                  </a:lnTo>
                  <a:lnTo>
                    <a:pt x="86419" y="29307"/>
                  </a:lnTo>
                  <a:lnTo>
                    <a:pt x="79293" y="22181"/>
                  </a:lnTo>
                  <a:lnTo>
                    <a:pt x="62631" y="38843"/>
                  </a:lnTo>
                  <a:lnTo>
                    <a:pt x="53095" y="29307"/>
                  </a:lnTo>
                  <a:lnTo>
                    <a:pt x="57461" y="24941"/>
                  </a:lnTo>
                  <a:lnTo>
                    <a:pt x="62980" y="30495"/>
                  </a:lnTo>
                  <a:lnTo>
                    <a:pt x="70106" y="23369"/>
                  </a:lnTo>
                  <a:lnTo>
                    <a:pt x="57461" y="10724"/>
                  </a:lnTo>
                  <a:lnTo>
                    <a:pt x="45969" y="22181"/>
                  </a:lnTo>
                  <a:lnTo>
                    <a:pt x="23788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35"/>
            <p:cNvSpPr/>
            <p:nvPr/>
          </p:nvSpPr>
          <p:spPr>
            <a:xfrm>
              <a:off x="580592" y="6325146"/>
              <a:ext cx="443002" cy="444092"/>
            </a:xfrm>
            <a:custGeom>
              <a:avLst/>
              <a:gdLst/>
              <a:ahLst/>
              <a:cxnLst/>
              <a:rect l="l" t="t" r="r" b="b"/>
              <a:pathLst>
                <a:path w="14217" h="14252" extrusionOk="0">
                  <a:moveTo>
                    <a:pt x="7091" y="3144"/>
                  </a:moveTo>
                  <a:lnTo>
                    <a:pt x="11073" y="7126"/>
                  </a:lnTo>
                  <a:lnTo>
                    <a:pt x="7091" y="11108"/>
                  </a:lnTo>
                  <a:lnTo>
                    <a:pt x="3109" y="7126"/>
                  </a:lnTo>
                  <a:lnTo>
                    <a:pt x="7091" y="3144"/>
                  </a:lnTo>
                  <a:close/>
                  <a:moveTo>
                    <a:pt x="7091" y="0"/>
                  </a:moveTo>
                  <a:lnTo>
                    <a:pt x="0" y="7126"/>
                  </a:lnTo>
                  <a:lnTo>
                    <a:pt x="7091" y="14252"/>
                  </a:lnTo>
                  <a:lnTo>
                    <a:pt x="14217" y="7126"/>
                  </a:lnTo>
                  <a:lnTo>
                    <a:pt x="709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35"/>
            <p:cNvSpPr/>
            <p:nvPr/>
          </p:nvSpPr>
          <p:spPr>
            <a:xfrm>
              <a:off x="-457783" y="4595611"/>
              <a:ext cx="444092" cy="443002"/>
            </a:xfrm>
            <a:custGeom>
              <a:avLst/>
              <a:gdLst/>
              <a:ahLst/>
              <a:cxnLst/>
              <a:rect l="l" t="t" r="r" b="b"/>
              <a:pathLst>
                <a:path w="14252" h="14217" extrusionOk="0">
                  <a:moveTo>
                    <a:pt x="7126" y="3109"/>
                  </a:moveTo>
                  <a:lnTo>
                    <a:pt x="11108" y="7126"/>
                  </a:lnTo>
                  <a:lnTo>
                    <a:pt x="7126" y="11108"/>
                  </a:lnTo>
                  <a:lnTo>
                    <a:pt x="3144" y="7126"/>
                  </a:lnTo>
                  <a:lnTo>
                    <a:pt x="7126" y="3109"/>
                  </a:lnTo>
                  <a:close/>
                  <a:moveTo>
                    <a:pt x="7126" y="0"/>
                  </a:moveTo>
                  <a:lnTo>
                    <a:pt x="0" y="7126"/>
                  </a:lnTo>
                  <a:lnTo>
                    <a:pt x="7126" y="14217"/>
                  </a:lnTo>
                  <a:lnTo>
                    <a:pt x="14252" y="7126"/>
                  </a:lnTo>
                  <a:lnTo>
                    <a:pt x="71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35"/>
            <p:cNvSpPr/>
            <p:nvPr/>
          </p:nvSpPr>
          <p:spPr>
            <a:xfrm>
              <a:off x="-271665" y="4068788"/>
              <a:ext cx="1295259" cy="1315949"/>
            </a:xfrm>
            <a:custGeom>
              <a:avLst/>
              <a:gdLst/>
              <a:ahLst/>
              <a:cxnLst/>
              <a:rect l="l" t="t" r="r" b="b"/>
              <a:pathLst>
                <a:path w="41568" h="42232" extrusionOk="0">
                  <a:moveTo>
                    <a:pt x="7091" y="3249"/>
                  </a:moveTo>
                  <a:lnTo>
                    <a:pt x="38459" y="35106"/>
                  </a:lnTo>
                  <a:lnTo>
                    <a:pt x="34442" y="39088"/>
                  </a:lnTo>
                  <a:lnTo>
                    <a:pt x="3039" y="7685"/>
                  </a:lnTo>
                  <a:lnTo>
                    <a:pt x="7091" y="3249"/>
                  </a:lnTo>
                  <a:close/>
                  <a:moveTo>
                    <a:pt x="7021" y="0"/>
                  </a:moveTo>
                  <a:lnTo>
                    <a:pt x="0" y="7755"/>
                  </a:lnTo>
                  <a:lnTo>
                    <a:pt x="34442" y="42232"/>
                  </a:lnTo>
                  <a:lnTo>
                    <a:pt x="41568" y="35141"/>
                  </a:lnTo>
                  <a:lnTo>
                    <a:pt x="70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35"/>
            <p:cNvSpPr/>
            <p:nvPr/>
          </p:nvSpPr>
          <p:spPr>
            <a:xfrm>
              <a:off x="-1323097" y="4076423"/>
              <a:ext cx="963280" cy="790218"/>
            </a:xfrm>
            <a:custGeom>
              <a:avLst/>
              <a:gdLst/>
              <a:ahLst/>
              <a:cxnLst/>
              <a:rect l="l" t="t" r="r" b="b"/>
              <a:pathLst>
                <a:path w="30914" h="25360" extrusionOk="0">
                  <a:moveTo>
                    <a:pt x="7126" y="3144"/>
                  </a:moveTo>
                  <a:lnTo>
                    <a:pt x="18234" y="14252"/>
                  </a:lnTo>
                  <a:lnTo>
                    <a:pt x="23788" y="8698"/>
                  </a:lnTo>
                  <a:lnTo>
                    <a:pt x="27770" y="12680"/>
                  </a:lnTo>
                  <a:lnTo>
                    <a:pt x="18234" y="22216"/>
                  </a:lnTo>
                  <a:lnTo>
                    <a:pt x="3144" y="7126"/>
                  </a:lnTo>
                  <a:lnTo>
                    <a:pt x="7126" y="3144"/>
                  </a:lnTo>
                  <a:close/>
                  <a:moveTo>
                    <a:pt x="7126" y="0"/>
                  </a:moveTo>
                  <a:lnTo>
                    <a:pt x="0" y="7126"/>
                  </a:lnTo>
                  <a:lnTo>
                    <a:pt x="18234" y="25360"/>
                  </a:lnTo>
                  <a:lnTo>
                    <a:pt x="30914" y="12680"/>
                  </a:lnTo>
                  <a:lnTo>
                    <a:pt x="23788" y="5554"/>
                  </a:lnTo>
                  <a:lnTo>
                    <a:pt x="18234" y="11108"/>
                  </a:lnTo>
                  <a:lnTo>
                    <a:pt x="7126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35"/>
            <p:cNvSpPr/>
            <p:nvPr/>
          </p:nvSpPr>
          <p:spPr>
            <a:xfrm>
              <a:off x="-1496159" y="4595611"/>
              <a:ext cx="1136343" cy="962190"/>
            </a:xfrm>
            <a:custGeom>
              <a:avLst/>
              <a:gdLst/>
              <a:ahLst/>
              <a:cxnLst/>
              <a:rect l="l" t="t" r="r" b="b"/>
              <a:pathLst>
                <a:path w="36468" h="30879" extrusionOk="0">
                  <a:moveTo>
                    <a:pt x="7126" y="3144"/>
                  </a:moveTo>
                  <a:lnTo>
                    <a:pt x="23788" y="19771"/>
                  </a:lnTo>
                  <a:lnTo>
                    <a:pt x="29342" y="14217"/>
                  </a:lnTo>
                  <a:lnTo>
                    <a:pt x="33324" y="18199"/>
                  </a:lnTo>
                  <a:lnTo>
                    <a:pt x="23788" y="27735"/>
                  </a:lnTo>
                  <a:lnTo>
                    <a:pt x="3144" y="7126"/>
                  </a:lnTo>
                  <a:lnTo>
                    <a:pt x="7126" y="3144"/>
                  </a:lnTo>
                  <a:close/>
                  <a:moveTo>
                    <a:pt x="7126" y="0"/>
                  </a:moveTo>
                  <a:lnTo>
                    <a:pt x="0" y="7126"/>
                  </a:lnTo>
                  <a:lnTo>
                    <a:pt x="23788" y="30879"/>
                  </a:lnTo>
                  <a:lnTo>
                    <a:pt x="36468" y="18199"/>
                  </a:lnTo>
                  <a:lnTo>
                    <a:pt x="29342" y="11108"/>
                  </a:lnTo>
                  <a:lnTo>
                    <a:pt x="23788" y="16627"/>
                  </a:lnTo>
                  <a:lnTo>
                    <a:pt x="7126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35"/>
            <p:cNvSpPr/>
            <p:nvPr/>
          </p:nvSpPr>
          <p:spPr>
            <a:xfrm>
              <a:off x="-2026253" y="4064426"/>
              <a:ext cx="628061" cy="629152"/>
            </a:xfrm>
            <a:custGeom>
              <a:avLst/>
              <a:gdLst/>
              <a:ahLst/>
              <a:cxnLst/>
              <a:rect l="l" t="t" r="r" b="b"/>
              <a:pathLst>
                <a:path w="20156" h="20191" extrusionOk="0">
                  <a:moveTo>
                    <a:pt x="7127" y="3145"/>
                  </a:moveTo>
                  <a:lnTo>
                    <a:pt x="17012" y="13065"/>
                  </a:lnTo>
                  <a:lnTo>
                    <a:pt x="13030" y="17047"/>
                  </a:lnTo>
                  <a:lnTo>
                    <a:pt x="3145" y="7127"/>
                  </a:lnTo>
                  <a:lnTo>
                    <a:pt x="7127" y="3145"/>
                  </a:lnTo>
                  <a:close/>
                  <a:moveTo>
                    <a:pt x="7127" y="1"/>
                  </a:moveTo>
                  <a:lnTo>
                    <a:pt x="1" y="7127"/>
                  </a:lnTo>
                  <a:lnTo>
                    <a:pt x="13030" y="20191"/>
                  </a:lnTo>
                  <a:lnTo>
                    <a:pt x="20156" y="13065"/>
                  </a:lnTo>
                  <a:lnTo>
                    <a:pt x="712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65" name="Google Shape;1065;p35"/>
          <p:cNvGrpSpPr/>
          <p:nvPr/>
        </p:nvGrpSpPr>
        <p:grpSpPr>
          <a:xfrm>
            <a:off x="6538847" y="-343124"/>
            <a:ext cx="4088223" cy="2704813"/>
            <a:chOff x="6538847" y="-343124"/>
            <a:chExt cx="4088223" cy="2704813"/>
          </a:xfrm>
        </p:grpSpPr>
        <p:sp>
          <p:nvSpPr>
            <p:cNvPr id="1066" name="Google Shape;1066;p35"/>
            <p:cNvSpPr/>
            <p:nvPr/>
          </p:nvSpPr>
          <p:spPr>
            <a:xfrm>
              <a:off x="8453442" y="1225346"/>
              <a:ext cx="789127" cy="790218"/>
            </a:xfrm>
            <a:custGeom>
              <a:avLst/>
              <a:gdLst/>
              <a:ahLst/>
              <a:cxnLst/>
              <a:rect l="l" t="t" r="r" b="b"/>
              <a:pathLst>
                <a:path w="25325" h="25360" extrusionOk="0">
                  <a:moveTo>
                    <a:pt x="7126" y="3144"/>
                  </a:moveTo>
                  <a:lnTo>
                    <a:pt x="22216" y="18234"/>
                  </a:lnTo>
                  <a:lnTo>
                    <a:pt x="18234" y="22216"/>
                  </a:lnTo>
                  <a:lnTo>
                    <a:pt x="3144" y="7126"/>
                  </a:lnTo>
                  <a:lnTo>
                    <a:pt x="7126" y="3144"/>
                  </a:lnTo>
                  <a:close/>
                  <a:moveTo>
                    <a:pt x="7126" y="0"/>
                  </a:moveTo>
                  <a:lnTo>
                    <a:pt x="0" y="7126"/>
                  </a:lnTo>
                  <a:lnTo>
                    <a:pt x="18234" y="25360"/>
                  </a:lnTo>
                  <a:lnTo>
                    <a:pt x="25325" y="18234"/>
                  </a:lnTo>
                  <a:lnTo>
                    <a:pt x="7126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35"/>
            <p:cNvSpPr/>
            <p:nvPr/>
          </p:nvSpPr>
          <p:spPr>
            <a:xfrm>
              <a:off x="7934254" y="534186"/>
              <a:ext cx="2692816" cy="1654440"/>
            </a:xfrm>
            <a:custGeom>
              <a:avLst/>
              <a:gdLst/>
              <a:ahLst/>
              <a:cxnLst/>
              <a:rect l="l" t="t" r="r" b="b"/>
              <a:pathLst>
                <a:path w="86419" h="53095" extrusionOk="0">
                  <a:moveTo>
                    <a:pt x="23788" y="3109"/>
                  </a:moveTo>
                  <a:lnTo>
                    <a:pt x="45969" y="25325"/>
                  </a:lnTo>
                  <a:lnTo>
                    <a:pt x="57461" y="13868"/>
                  </a:lnTo>
                  <a:lnTo>
                    <a:pt x="66997" y="23404"/>
                  </a:lnTo>
                  <a:lnTo>
                    <a:pt x="63015" y="27351"/>
                  </a:lnTo>
                  <a:lnTo>
                    <a:pt x="57461" y="21832"/>
                  </a:lnTo>
                  <a:lnTo>
                    <a:pt x="49986" y="29307"/>
                  </a:lnTo>
                  <a:lnTo>
                    <a:pt x="62631" y="41987"/>
                  </a:lnTo>
                  <a:lnTo>
                    <a:pt x="79293" y="25325"/>
                  </a:lnTo>
                  <a:lnTo>
                    <a:pt x="83275" y="29307"/>
                  </a:lnTo>
                  <a:lnTo>
                    <a:pt x="62631" y="49951"/>
                  </a:lnTo>
                  <a:lnTo>
                    <a:pt x="23788" y="11073"/>
                  </a:lnTo>
                  <a:lnTo>
                    <a:pt x="7126" y="27735"/>
                  </a:lnTo>
                  <a:lnTo>
                    <a:pt x="3144" y="23753"/>
                  </a:lnTo>
                  <a:lnTo>
                    <a:pt x="23788" y="3109"/>
                  </a:lnTo>
                  <a:close/>
                  <a:moveTo>
                    <a:pt x="23788" y="0"/>
                  </a:moveTo>
                  <a:lnTo>
                    <a:pt x="0" y="23753"/>
                  </a:lnTo>
                  <a:lnTo>
                    <a:pt x="7126" y="30879"/>
                  </a:lnTo>
                  <a:lnTo>
                    <a:pt x="23788" y="14217"/>
                  </a:lnTo>
                  <a:lnTo>
                    <a:pt x="62631" y="53095"/>
                  </a:lnTo>
                  <a:lnTo>
                    <a:pt x="86419" y="29307"/>
                  </a:lnTo>
                  <a:lnTo>
                    <a:pt x="79293" y="22181"/>
                  </a:lnTo>
                  <a:lnTo>
                    <a:pt x="62631" y="38843"/>
                  </a:lnTo>
                  <a:lnTo>
                    <a:pt x="53095" y="29307"/>
                  </a:lnTo>
                  <a:lnTo>
                    <a:pt x="57461" y="24941"/>
                  </a:lnTo>
                  <a:lnTo>
                    <a:pt x="62980" y="30495"/>
                  </a:lnTo>
                  <a:lnTo>
                    <a:pt x="70106" y="23369"/>
                  </a:lnTo>
                  <a:lnTo>
                    <a:pt x="57461" y="10724"/>
                  </a:lnTo>
                  <a:lnTo>
                    <a:pt x="45969" y="22181"/>
                  </a:lnTo>
                  <a:lnTo>
                    <a:pt x="23788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35"/>
            <p:cNvSpPr/>
            <p:nvPr/>
          </p:nvSpPr>
          <p:spPr>
            <a:xfrm>
              <a:off x="9145692" y="1917596"/>
              <a:ext cx="443002" cy="444092"/>
            </a:xfrm>
            <a:custGeom>
              <a:avLst/>
              <a:gdLst/>
              <a:ahLst/>
              <a:cxnLst/>
              <a:rect l="l" t="t" r="r" b="b"/>
              <a:pathLst>
                <a:path w="14217" h="14252" extrusionOk="0">
                  <a:moveTo>
                    <a:pt x="7091" y="3144"/>
                  </a:moveTo>
                  <a:lnTo>
                    <a:pt x="11073" y="7126"/>
                  </a:lnTo>
                  <a:lnTo>
                    <a:pt x="7091" y="11108"/>
                  </a:lnTo>
                  <a:lnTo>
                    <a:pt x="3109" y="7126"/>
                  </a:lnTo>
                  <a:lnTo>
                    <a:pt x="7091" y="3144"/>
                  </a:lnTo>
                  <a:close/>
                  <a:moveTo>
                    <a:pt x="7091" y="0"/>
                  </a:moveTo>
                  <a:lnTo>
                    <a:pt x="0" y="7126"/>
                  </a:lnTo>
                  <a:lnTo>
                    <a:pt x="7091" y="14252"/>
                  </a:lnTo>
                  <a:lnTo>
                    <a:pt x="14217" y="7126"/>
                  </a:lnTo>
                  <a:lnTo>
                    <a:pt x="709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35"/>
            <p:cNvSpPr/>
            <p:nvPr/>
          </p:nvSpPr>
          <p:spPr>
            <a:xfrm>
              <a:off x="8107317" y="188061"/>
              <a:ext cx="444092" cy="443002"/>
            </a:xfrm>
            <a:custGeom>
              <a:avLst/>
              <a:gdLst/>
              <a:ahLst/>
              <a:cxnLst/>
              <a:rect l="l" t="t" r="r" b="b"/>
              <a:pathLst>
                <a:path w="14252" h="14217" extrusionOk="0">
                  <a:moveTo>
                    <a:pt x="7126" y="3109"/>
                  </a:moveTo>
                  <a:lnTo>
                    <a:pt x="11108" y="7126"/>
                  </a:lnTo>
                  <a:lnTo>
                    <a:pt x="7126" y="11108"/>
                  </a:lnTo>
                  <a:lnTo>
                    <a:pt x="3144" y="7126"/>
                  </a:lnTo>
                  <a:lnTo>
                    <a:pt x="7126" y="3109"/>
                  </a:lnTo>
                  <a:close/>
                  <a:moveTo>
                    <a:pt x="7126" y="0"/>
                  </a:moveTo>
                  <a:lnTo>
                    <a:pt x="0" y="7126"/>
                  </a:lnTo>
                  <a:lnTo>
                    <a:pt x="7126" y="14217"/>
                  </a:lnTo>
                  <a:lnTo>
                    <a:pt x="14252" y="7126"/>
                  </a:lnTo>
                  <a:lnTo>
                    <a:pt x="71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35"/>
            <p:cNvSpPr/>
            <p:nvPr/>
          </p:nvSpPr>
          <p:spPr>
            <a:xfrm>
              <a:off x="8293435" y="-338762"/>
              <a:ext cx="1295259" cy="1315949"/>
            </a:xfrm>
            <a:custGeom>
              <a:avLst/>
              <a:gdLst/>
              <a:ahLst/>
              <a:cxnLst/>
              <a:rect l="l" t="t" r="r" b="b"/>
              <a:pathLst>
                <a:path w="41568" h="42232" extrusionOk="0">
                  <a:moveTo>
                    <a:pt x="7091" y="3249"/>
                  </a:moveTo>
                  <a:lnTo>
                    <a:pt x="38459" y="35106"/>
                  </a:lnTo>
                  <a:lnTo>
                    <a:pt x="34442" y="39088"/>
                  </a:lnTo>
                  <a:lnTo>
                    <a:pt x="3039" y="7685"/>
                  </a:lnTo>
                  <a:lnTo>
                    <a:pt x="7091" y="3249"/>
                  </a:lnTo>
                  <a:close/>
                  <a:moveTo>
                    <a:pt x="7021" y="0"/>
                  </a:moveTo>
                  <a:lnTo>
                    <a:pt x="0" y="7755"/>
                  </a:lnTo>
                  <a:lnTo>
                    <a:pt x="34442" y="42232"/>
                  </a:lnTo>
                  <a:lnTo>
                    <a:pt x="41568" y="35141"/>
                  </a:lnTo>
                  <a:lnTo>
                    <a:pt x="70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35"/>
            <p:cNvSpPr/>
            <p:nvPr/>
          </p:nvSpPr>
          <p:spPr>
            <a:xfrm>
              <a:off x="7242003" y="-331127"/>
              <a:ext cx="963280" cy="790218"/>
            </a:xfrm>
            <a:custGeom>
              <a:avLst/>
              <a:gdLst/>
              <a:ahLst/>
              <a:cxnLst/>
              <a:rect l="l" t="t" r="r" b="b"/>
              <a:pathLst>
                <a:path w="30914" h="25360" extrusionOk="0">
                  <a:moveTo>
                    <a:pt x="7126" y="3144"/>
                  </a:moveTo>
                  <a:lnTo>
                    <a:pt x="18234" y="14252"/>
                  </a:lnTo>
                  <a:lnTo>
                    <a:pt x="23788" y="8698"/>
                  </a:lnTo>
                  <a:lnTo>
                    <a:pt x="27770" y="12680"/>
                  </a:lnTo>
                  <a:lnTo>
                    <a:pt x="18234" y="22216"/>
                  </a:lnTo>
                  <a:lnTo>
                    <a:pt x="3144" y="7126"/>
                  </a:lnTo>
                  <a:lnTo>
                    <a:pt x="7126" y="3144"/>
                  </a:lnTo>
                  <a:close/>
                  <a:moveTo>
                    <a:pt x="7126" y="0"/>
                  </a:moveTo>
                  <a:lnTo>
                    <a:pt x="0" y="7126"/>
                  </a:lnTo>
                  <a:lnTo>
                    <a:pt x="18234" y="25360"/>
                  </a:lnTo>
                  <a:lnTo>
                    <a:pt x="30914" y="12680"/>
                  </a:lnTo>
                  <a:lnTo>
                    <a:pt x="23788" y="5554"/>
                  </a:lnTo>
                  <a:lnTo>
                    <a:pt x="18234" y="11108"/>
                  </a:lnTo>
                  <a:lnTo>
                    <a:pt x="7126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35"/>
            <p:cNvSpPr/>
            <p:nvPr/>
          </p:nvSpPr>
          <p:spPr>
            <a:xfrm>
              <a:off x="7068941" y="188061"/>
              <a:ext cx="1136343" cy="962190"/>
            </a:xfrm>
            <a:custGeom>
              <a:avLst/>
              <a:gdLst/>
              <a:ahLst/>
              <a:cxnLst/>
              <a:rect l="l" t="t" r="r" b="b"/>
              <a:pathLst>
                <a:path w="36468" h="30879" extrusionOk="0">
                  <a:moveTo>
                    <a:pt x="7126" y="3144"/>
                  </a:moveTo>
                  <a:lnTo>
                    <a:pt x="23788" y="19771"/>
                  </a:lnTo>
                  <a:lnTo>
                    <a:pt x="29342" y="14217"/>
                  </a:lnTo>
                  <a:lnTo>
                    <a:pt x="33324" y="18199"/>
                  </a:lnTo>
                  <a:lnTo>
                    <a:pt x="23788" y="27735"/>
                  </a:lnTo>
                  <a:lnTo>
                    <a:pt x="3144" y="7126"/>
                  </a:lnTo>
                  <a:lnTo>
                    <a:pt x="7126" y="3144"/>
                  </a:lnTo>
                  <a:close/>
                  <a:moveTo>
                    <a:pt x="7126" y="0"/>
                  </a:moveTo>
                  <a:lnTo>
                    <a:pt x="0" y="7126"/>
                  </a:lnTo>
                  <a:lnTo>
                    <a:pt x="23788" y="30879"/>
                  </a:lnTo>
                  <a:lnTo>
                    <a:pt x="36468" y="18199"/>
                  </a:lnTo>
                  <a:lnTo>
                    <a:pt x="29342" y="11108"/>
                  </a:lnTo>
                  <a:lnTo>
                    <a:pt x="23788" y="16627"/>
                  </a:lnTo>
                  <a:lnTo>
                    <a:pt x="7126" y="0"/>
                  </a:lnTo>
                  <a:close/>
                </a:path>
              </a:pathLst>
            </a:custGeom>
            <a:solidFill>
              <a:srgbClr val="FBE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35"/>
            <p:cNvSpPr/>
            <p:nvPr/>
          </p:nvSpPr>
          <p:spPr>
            <a:xfrm>
              <a:off x="6538847" y="-343124"/>
              <a:ext cx="628061" cy="629152"/>
            </a:xfrm>
            <a:custGeom>
              <a:avLst/>
              <a:gdLst/>
              <a:ahLst/>
              <a:cxnLst/>
              <a:rect l="l" t="t" r="r" b="b"/>
              <a:pathLst>
                <a:path w="20156" h="20191" extrusionOk="0">
                  <a:moveTo>
                    <a:pt x="7127" y="3145"/>
                  </a:moveTo>
                  <a:lnTo>
                    <a:pt x="17012" y="13065"/>
                  </a:lnTo>
                  <a:lnTo>
                    <a:pt x="13030" y="17047"/>
                  </a:lnTo>
                  <a:lnTo>
                    <a:pt x="3145" y="7127"/>
                  </a:lnTo>
                  <a:lnTo>
                    <a:pt x="7127" y="3145"/>
                  </a:lnTo>
                  <a:close/>
                  <a:moveTo>
                    <a:pt x="7127" y="1"/>
                  </a:moveTo>
                  <a:lnTo>
                    <a:pt x="1" y="7127"/>
                  </a:lnTo>
                  <a:lnTo>
                    <a:pt x="13030" y="20191"/>
                  </a:lnTo>
                  <a:lnTo>
                    <a:pt x="20156" y="13065"/>
                  </a:lnTo>
                  <a:lnTo>
                    <a:pt x="712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Josefin Sans"/>
              <a:buNone/>
              <a:defRPr sz="28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Josefin Sans"/>
              <a:buChar char="●"/>
              <a:defRPr sz="18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Josefin Sans"/>
              <a:buChar char="○"/>
              <a:defRPr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Josefin Sans"/>
              <a:buChar char="■"/>
              <a:defRPr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Josefin Sans"/>
              <a:buChar char="●"/>
              <a:defRPr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Josefin Sans"/>
              <a:buChar char="○"/>
              <a:defRPr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Josefin Sans"/>
              <a:buChar char="■"/>
              <a:defRPr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Josefin Sans"/>
              <a:buChar char="●"/>
              <a:defRPr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Josefin Sans"/>
              <a:buChar char="○"/>
              <a:defRPr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Font typeface="Josefin Sans"/>
              <a:buChar char="■"/>
              <a:defRPr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3" r:id="rId3"/>
    <p:sldLayoutId id="2147483658" r:id="rId4"/>
    <p:sldLayoutId id="2147483661" r:id="rId5"/>
    <p:sldLayoutId id="2147483662" r:id="rId6"/>
    <p:sldLayoutId id="2147483667" r:id="rId7"/>
    <p:sldLayoutId id="2147483669" r:id="rId8"/>
    <p:sldLayoutId id="2147483670" r:id="rId9"/>
    <p:sldLayoutId id="2147483672" r:id="rId10"/>
    <p:sldLayoutId id="2147483677" r:id="rId11"/>
    <p:sldLayoutId id="2147483678" r:id="rId12"/>
    <p:sldLayoutId id="2147483679" r:id="rId13"/>
    <p:sldLayoutId id="2147483680" r:id="rId14"/>
    <p:sldLayoutId id="2147483681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p38"/>
          <p:cNvSpPr txBox="1">
            <a:spLocks noGrp="1"/>
          </p:cNvSpPr>
          <p:nvPr>
            <p:ph type="ctrTitle"/>
          </p:nvPr>
        </p:nvSpPr>
        <p:spPr>
          <a:xfrm>
            <a:off x="2758314" y="967299"/>
            <a:ext cx="6650182" cy="3237287"/>
          </a:xfrm>
          <a:prstGeom prst="rect">
            <a:avLst/>
          </a:prstGeom>
        </p:spPr>
        <p:txBody>
          <a:bodyPr spcFirstLastPara="1" wrap="square" lIns="91425" tIns="91425" rIns="91425" bIns="0" anchor="ctr" anchorCtr="0">
            <a:noAutofit/>
          </a:bodyPr>
          <a:lstStyle/>
          <a:p>
            <a:r>
              <a:rPr lang="en-US" sz="2200" dirty="0" smtClean="0"/>
              <a:t>PRODUCT RECOMMENDATION SYSTEM</a:t>
            </a:r>
            <a:r>
              <a:rPr lang="en-US" sz="2200" b="0" dirty="0" smtClean="0"/>
              <a:t/>
            </a:r>
            <a:br>
              <a:rPr lang="en-US" sz="2200" b="0" dirty="0" smtClean="0"/>
            </a:br>
            <a:r>
              <a:rPr lang="en-US" sz="2200" dirty="0" smtClean="0"/>
              <a:t> USING CUSTOMER HISTORY </a:t>
            </a:r>
            <a:br>
              <a:rPr lang="en-US" sz="2200" dirty="0" smtClean="0"/>
            </a:br>
            <a:r>
              <a:rPr lang="en-US" sz="2200" dirty="0" smtClean="0"/>
              <a:t>BY MACHINE LEARNING</a:t>
            </a:r>
            <a:br>
              <a:rPr lang="en-US" sz="2200" dirty="0" smtClean="0"/>
            </a:br>
            <a:r>
              <a:rPr lang="en-US" sz="2200" dirty="0" smtClean="0"/>
              <a:t>Team-47</a:t>
            </a:r>
            <a:r>
              <a:rPr lang="en-US" sz="1400" b="0" dirty="0" smtClean="0"/>
              <a:t/>
            </a:r>
            <a:br>
              <a:rPr lang="en-US" sz="1400" b="0" dirty="0" smtClean="0"/>
            </a:br>
            <a:r>
              <a:rPr lang="en-US" sz="4800" dirty="0"/>
              <a:t/>
            </a:r>
            <a:br>
              <a:rPr lang="en-US" sz="4800" dirty="0"/>
            </a:br>
            <a:endParaRPr sz="4800" dirty="0">
              <a:solidFill>
                <a:schemeClr val="accent1"/>
              </a:solidFill>
            </a:endParaRPr>
          </a:p>
        </p:txBody>
      </p:sp>
      <p:sp>
        <p:nvSpPr>
          <p:cNvPr id="1083" name="Google Shape;1083;p38"/>
          <p:cNvSpPr txBox="1">
            <a:spLocks noGrp="1"/>
          </p:cNvSpPr>
          <p:nvPr>
            <p:ph type="subTitle" idx="1"/>
          </p:nvPr>
        </p:nvSpPr>
        <p:spPr>
          <a:xfrm>
            <a:off x="3854082" y="3664886"/>
            <a:ext cx="4390631" cy="1080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 smtClean="0"/>
              <a:t>            </a:t>
            </a:r>
            <a:r>
              <a:rPr lang="en-IN" dirty="0" err="1" smtClean="0"/>
              <a:t>Guide:Ms.D.Dakshayani</a:t>
            </a:r>
            <a:r>
              <a:rPr lang="en-IN" dirty="0" smtClean="0"/>
              <a:t> </a:t>
            </a:r>
            <a:r>
              <a:rPr lang="en-IN" dirty="0" err="1" smtClean="0"/>
              <a:t>Himabindu</a:t>
            </a:r>
            <a:r>
              <a:rPr lang="en-IN" dirty="0" smtClean="0"/>
              <a:t> </a:t>
            </a:r>
            <a:endParaRPr lang="en-IN" dirty="0" smtClean="0"/>
          </a:p>
          <a:p>
            <a:r>
              <a:rPr lang="en-IN" dirty="0" smtClean="0"/>
              <a:t>             </a:t>
            </a:r>
            <a:r>
              <a:rPr lang="en-IN" dirty="0" err="1" smtClean="0"/>
              <a:t>Bh.Jaya</a:t>
            </a:r>
            <a:r>
              <a:rPr lang="en-IN" dirty="0" smtClean="0"/>
              <a:t> Krishna Sri-19071A12C6</a:t>
            </a:r>
            <a:endParaRPr lang="en-IN" dirty="0"/>
          </a:p>
          <a:p>
            <a:r>
              <a:rPr lang="en-IN" dirty="0" err="1" smtClean="0"/>
              <a:t>P.Srujana</a:t>
            </a:r>
            <a:r>
              <a:rPr lang="en-IN" dirty="0" smtClean="0"/>
              <a:t> </a:t>
            </a:r>
            <a:r>
              <a:rPr lang="en-IN" dirty="0"/>
              <a:t>-19071A12G1</a:t>
            </a:r>
          </a:p>
          <a:p>
            <a:r>
              <a:rPr lang="en-IN" dirty="0" smtClean="0"/>
              <a:t>Sk.Afreen-19071A12G8</a:t>
            </a:r>
            <a:endParaRPr lang="en-IN" dirty="0"/>
          </a:p>
          <a:p>
            <a:r>
              <a:rPr lang="en-IN" dirty="0" smtClean="0"/>
              <a:t>G.Shivani-20075A1215</a:t>
            </a:r>
            <a:endParaRPr lang="en-IN" dirty="0"/>
          </a:p>
          <a:p>
            <a:r>
              <a:rPr lang="en-IN" dirty="0"/>
              <a:t/>
            </a:r>
            <a:br>
              <a:rPr lang="en-IN" dirty="0"/>
            </a:br>
            <a:endParaRPr dirty="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p39"/>
          <p:cNvSpPr txBox="1">
            <a:spLocks noGrp="1"/>
          </p:cNvSpPr>
          <p:nvPr>
            <p:ph type="body" idx="1"/>
          </p:nvPr>
        </p:nvSpPr>
        <p:spPr>
          <a:xfrm>
            <a:off x="909000" y="1152925"/>
            <a:ext cx="7326000" cy="32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 dirty="0" smtClean="0">
                <a:solidFill>
                  <a:schemeClr val="lt1"/>
                </a:solidFill>
              </a:rPr>
              <a:t>.</a:t>
            </a:r>
            <a:endParaRPr sz="1250" dirty="0">
              <a:solidFill>
                <a:schemeClr val="lt1"/>
              </a:solidFill>
            </a:endParaRPr>
          </a:p>
        </p:txBody>
      </p:sp>
      <p:sp>
        <p:nvSpPr>
          <p:cNvPr id="1105" name="Google Shape;1105;p39"/>
          <p:cNvSpPr txBox="1">
            <a:spLocks noGrp="1"/>
          </p:cNvSpPr>
          <p:nvPr>
            <p:ph type="title"/>
          </p:nvPr>
        </p:nvSpPr>
        <p:spPr>
          <a:xfrm>
            <a:off x="598500" y="504030"/>
            <a:ext cx="7947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TABLE OF CONTENT</a:t>
            </a:r>
            <a:endParaRPr dirty="0"/>
          </a:p>
        </p:txBody>
      </p:sp>
      <p:sp>
        <p:nvSpPr>
          <p:cNvPr id="1106" name="Google Shape;1106;p39"/>
          <p:cNvSpPr txBox="1"/>
          <p:nvPr/>
        </p:nvSpPr>
        <p:spPr>
          <a:xfrm>
            <a:off x="909000" y="4219520"/>
            <a:ext cx="54786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 b="1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rPr>
              <a:t>You can delete this slide when you’re done editing the presentation.</a:t>
            </a:r>
            <a:endParaRPr sz="1200" b="1">
              <a:solidFill>
                <a:schemeClr val="dk2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801" y="374156"/>
            <a:ext cx="7833810" cy="440651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p41"/>
          <p:cNvSpPr txBox="1">
            <a:spLocks noGrp="1"/>
          </p:cNvSpPr>
          <p:nvPr>
            <p:ph type="title"/>
          </p:nvPr>
        </p:nvSpPr>
        <p:spPr>
          <a:xfrm>
            <a:off x="2558597" y="471445"/>
            <a:ext cx="38343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ABSTRACT</a:t>
            </a:r>
            <a:endParaRPr dirty="0"/>
          </a:p>
        </p:txBody>
      </p:sp>
      <p:sp>
        <p:nvSpPr>
          <p:cNvPr id="1128" name="Google Shape;1128;p41"/>
          <p:cNvSpPr txBox="1">
            <a:spLocks noGrp="1"/>
          </p:cNvSpPr>
          <p:nvPr>
            <p:ph type="body" idx="1"/>
          </p:nvPr>
        </p:nvSpPr>
        <p:spPr>
          <a:xfrm>
            <a:off x="1424539" y="1568919"/>
            <a:ext cx="7305575" cy="246238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spcAft>
                <a:spcPts val="1600"/>
              </a:spcAft>
              <a:buFont typeface="Wingdings" panose="05000000000000000000" pitchFamily="2" charset="2"/>
              <a:buChar char="§"/>
            </a:pPr>
            <a:r>
              <a:rPr lang="en-US" dirty="0" smtClean="0"/>
              <a:t>Recommendation systems </a:t>
            </a:r>
            <a:r>
              <a:rPr lang="en-US" dirty="0"/>
              <a:t>are a subclass of machine learning which generally deal with </a:t>
            </a:r>
            <a:r>
              <a:rPr lang="en-US" dirty="0" smtClean="0"/>
              <a:t>prediction of products.</a:t>
            </a:r>
          </a:p>
          <a:p>
            <a:pPr marL="285750" indent="-285750">
              <a:spcAft>
                <a:spcPts val="1600"/>
              </a:spcAft>
              <a:buFont typeface="Wingdings" panose="05000000000000000000" pitchFamily="2" charset="2"/>
              <a:buChar char="§"/>
            </a:pPr>
            <a:r>
              <a:rPr lang="en-US" dirty="0"/>
              <a:t> </a:t>
            </a:r>
            <a:r>
              <a:rPr lang="en-US" dirty="0" smtClean="0"/>
              <a:t>It </a:t>
            </a:r>
            <a:r>
              <a:rPr lang="en-US" dirty="0"/>
              <a:t>is possible to fulfill </a:t>
            </a:r>
            <a:r>
              <a:rPr lang="en-US" dirty="0" smtClean="0"/>
              <a:t>customer’s </a:t>
            </a:r>
            <a:r>
              <a:rPr lang="en-US" dirty="0"/>
              <a:t>needs and expectations, helping maintaining loyal customers while attracting new customers. </a:t>
            </a:r>
          </a:p>
          <a:p>
            <a:pPr marL="285750" lvl="0" indent="-285750">
              <a:spcAft>
                <a:spcPts val="1600"/>
              </a:spcAft>
              <a:buFont typeface="Wingdings" panose="05000000000000000000" pitchFamily="2" charset="2"/>
              <a:buChar char="§"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p41"/>
          <p:cNvSpPr txBox="1">
            <a:spLocks noGrp="1"/>
          </p:cNvSpPr>
          <p:nvPr>
            <p:ph type="title"/>
          </p:nvPr>
        </p:nvSpPr>
        <p:spPr>
          <a:xfrm>
            <a:off x="2558596" y="471445"/>
            <a:ext cx="4650725" cy="82796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PROBLEM STATEMENT</a:t>
            </a:r>
            <a:endParaRPr dirty="0"/>
          </a:p>
        </p:txBody>
      </p:sp>
      <p:sp>
        <p:nvSpPr>
          <p:cNvPr id="1128" name="Google Shape;1128;p41"/>
          <p:cNvSpPr txBox="1">
            <a:spLocks noGrp="1"/>
          </p:cNvSpPr>
          <p:nvPr>
            <p:ph type="body" idx="1"/>
          </p:nvPr>
        </p:nvSpPr>
        <p:spPr>
          <a:xfrm>
            <a:off x="567890" y="1386038"/>
            <a:ext cx="8094847" cy="24351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algn="l"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US" sz="2000" dirty="0" smtClean="0"/>
              <a:t>To </a:t>
            </a:r>
            <a:r>
              <a:rPr lang="en-US" sz="2000" dirty="0"/>
              <a:t>build a product recommender system with the goal of predicting and </a:t>
            </a:r>
            <a:r>
              <a:rPr lang="en-US" sz="2000" dirty="0" smtClean="0"/>
              <a:t>suggesting </a:t>
            </a:r>
            <a:r>
              <a:rPr lang="en-US" sz="2000" dirty="0"/>
              <a:t>a list of items that a customer is likely to </a:t>
            </a:r>
            <a:r>
              <a:rPr lang="en-US" sz="2000" dirty="0" smtClean="0"/>
              <a:t>purchase and predicting the products based on current product.</a:t>
            </a:r>
          </a:p>
          <a:p>
            <a:pPr marL="342900"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US" sz="2000" dirty="0" smtClean="0"/>
              <a:t>  It also predicts most popular products and top selling products</a:t>
            </a:r>
            <a:endParaRPr sz="2000" dirty="0"/>
          </a:p>
        </p:txBody>
      </p:sp>
      <p:pic>
        <p:nvPicPr>
          <p:cNvPr id="2050" name="Picture 2" descr="https://lh5.googleusercontent.com/gbtzAA6rzt_JtYLO-Orvi3QwiHnhmF2KNnpN8eFYmgpgWL5PvjlxTJWcUDl1KZTkMGzXb8KNju6NPWCi58i_7PlofmmowsOY2Aoez-kj9NdwCZWh2Abvrd8H-l-tdDWuCL0pKa_Wt6pDgp_Bf0pw6eH8jSAqwGHa4sIvKEVUPMt5j5ckRcD8c5ChcK_30_YZ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1382" y="3272938"/>
            <a:ext cx="3155515" cy="1647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3994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45"/>
          <p:cNvSpPr txBox="1">
            <a:spLocks noGrp="1"/>
          </p:cNvSpPr>
          <p:nvPr>
            <p:ph type="body" idx="1"/>
          </p:nvPr>
        </p:nvSpPr>
        <p:spPr>
          <a:xfrm>
            <a:off x="619674" y="1812150"/>
            <a:ext cx="8180511" cy="9310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base"/>
            <a:r>
              <a:rPr lang="en-US" sz="2000" dirty="0" smtClean="0"/>
              <a:t>It predicts 10 top popular products.</a:t>
            </a:r>
          </a:p>
          <a:p>
            <a:pPr fontAlgn="base"/>
            <a:r>
              <a:rPr lang="en-US" sz="2000" dirty="0" smtClean="0"/>
              <a:t>The </a:t>
            </a:r>
            <a:r>
              <a:rPr lang="en-US" sz="2000" dirty="0"/>
              <a:t>recommendation engine can provide personalized suggestion of products to the </a:t>
            </a:r>
            <a:r>
              <a:rPr lang="en-US" sz="2000" dirty="0" smtClean="0"/>
              <a:t>users depending on their </a:t>
            </a:r>
            <a:r>
              <a:rPr lang="en-US" sz="2000" b="1" dirty="0" smtClean="0"/>
              <a:t>previous purchase </a:t>
            </a:r>
            <a:r>
              <a:rPr lang="en-US" sz="2000" dirty="0" smtClean="0"/>
              <a:t>history.</a:t>
            </a:r>
            <a:r>
              <a:rPr lang="en-US" dirty="0" smtClean="0"/>
              <a:t> </a:t>
            </a:r>
          </a:p>
          <a:p>
            <a:pPr fontAlgn="base"/>
            <a:r>
              <a:rPr lang="en-US" sz="2000" dirty="0" smtClean="0"/>
              <a:t>It also predicts the related products of the current product by purchase history.</a:t>
            </a:r>
          </a:p>
          <a:p>
            <a:pPr marL="127000" indent="0" fontAlgn="base">
              <a:buNone/>
            </a:pPr>
            <a:endParaRPr lang="en-US" dirty="0" smtClean="0"/>
          </a:p>
          <a:p>
            <a:pPr fontAlgn="base"/>
            <a:endParaRPr lang="en-US" dirty="0"/>
          </a:p>
        </p:txBody>
      </p:sp>
      <p:sp>
        <p:nvSpPr>
          <p:cNvPr id="1186" name="Google Shape;1186;p45"/>
          <p:cNvSpPr/>
          <p:nvPr/>
        </p:nvSpPr>
        <p:spPr>
          <a:xfrm>
            <a:off x="858558" y="88048"/>
            <a:ext cx="1125300" cy="11253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7" name="Google Shape;1187;p45"/>
          <p:cNvSpPr/>
          <p:nvPr/>
        </p:nvSpPr>
        <p:spPr>
          <a:xfrm>
            <a:off x="7497183" y="285978"/>
            <a:ext cx="1125300" cy="11253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8" name="Google Shape;1188;p45"/>
          <p:cNvSpPr txBox="1">
            <a:spLocks noGrp="1"/>
          </p:cNvSpPr>
          <p:nvPr>
            <p:ph type="title"/>
          </p:nvPr>
        </p:nvSpPr>
        <p:spPr>
          <a:xfrm>
            <a:off x="764852" y="496760"/>
            <a:ext cx="7947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dirty="0"/>
              <a:t>PROPOSED </a:t>
            </a:r>
            <a:r>
              <a:rPr lang="en-IN" dirty="0" smtClean="0"/>
              <a:t>SOLUTION</a:t>
            </a:r>
            <a:endParaRPr dirty="0"/>
          </a:p>
        </p:txBody>
      </p:sp>
      <p:sp>
        <p:nvSpPr>
          <p:cNvPr id="1189" name="Google Shape;1189;p45"/>
          <p:cNvSpPr txBox="1">
            <a:spLocks noGrp="1"/>
          </p:cNvSpPr>
          <p:nvPr>
            <p:ph type="title" idx="2"/>
          </p:nvPr>
        </p:nvSpPr>
        <p:spPr>
          <a:xfrm>
            <a:off x="1060122" y="1207805"/>
            <a:ext cx="27771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190" name="Google Shape;1190;p45"/>
          <p:cNvGrpSpPr/>
          <p:nvPr/>
        </p:nvGrpSpPr>
        <p:grpSpPr>
          <a:xfrm>
            <a:off x="1119829" y="359702"/>
            <a:ext cx="602757" cy="581991"/>
            <a:chOff x="1190625" y="310700"/>
            <a:chExt cx="5255075" cy="5074025"/>
          </a:xfrm>
        </p:grpSpPr>
        <p:sp>
          <p:nvSpPr>
            <p:cNvPr id="1191" name="Google Shape;1191;p45"/>
            <p:cNvSpPr/>
            <p:nvPr/>
          </p:nvSpPr>
          <p:spPr>
            <a:xfrm>
              <a:off x="1190625" y="310700"/>
              <a:ext cx="5043050" cy="5043875"/>
            </a:xfrm>
            <a:custGeom>
              <a:avLst/>
              <a:gdLst/>
              <a:ahLst/>
              <a:cxnLst/>
              <a:rect l="l" t="t" r="r" b="b"/>
              <a:pathLst>
                <a:path w="201722" h="201755" extrusionOk="0">
                  <a:moveTo>
                    <a:pt x="100861" y="0"/>
                  </a:moveTo>
                  <a:cubicBezTo>
                    <a:pt x="73917" y="0"/>
                    <a:pt x="48604" y="10504"/>
                    <a:pt x="29554" y="29554"/>
                  </a:cubicBezTo>
                  <a:cubicBezTo>
                    <a:pt x="10504" y="48604"/>
                    <a:pt x="0" y="73949"/>
                    <a:pt x="0" y="100861"/>
                  </a:cubicBezTo>
                  <a:cubicBezTo>
                    <a:pt x="0" y="127805"/>
                    <a:pt x="10504" y="153150"/>
                    <a:pt x="29554" y="172200"/>
                  </a:cubicBezTo>
                  <a:cubicBezTo>
                    <a:pt x="48604" y="191250"/>
                    <a:pt x="73917" y="201754"/>
                    <a:pt x="100861" y="201754"/>
                  </a:cubicBezTo>
                  <a:cubicBezTo>
                    <a:pt x="116257" y="201754"/>
                    <a:pt x="131034" y="198362"/>
                    <a:pt x="144800" y="191707"/>
                  </a:cubicBezTo>
                  <a:cubicBezTo>
                    <a:pt x="146300" y="190957"/>
                    <a:pt x="146920" y="189130"/>
                    <a:pt x="146202" y="187630"/>
                  </a:cubicBezTo>
                  <a:cubicBezTo>
                    <a:pt x="145663" y="186527"/>
                    <a:pt x="144566" y="185897"/>
                    <a:pt x="143435" y="185897"/>
                  </a:cubicBezTo>
                  <a:cubicBezTo>
                    <a:pt x="142993" y="185897"/>
                    <a:pt x="142546" y="185993"/>
                    <a:pt x="142125" y="186194"/>
                  </a:cubicBezTo>
                  <a:cubicBezTo>
                    <a:pt x="129207" y="192457"/>
                    <a:pt x="115311" y="195621"/>
                    <a:pt x="100861" y="195621"/>
                  </a:cubicBezTo>
                  <a:cubicBezTo>
                    <a:pt x="75548" y="195621"/>
                    <a:pt x="51768" y="185770"/>
                    <a:pt x="33859" y="167862"/>
                  </a:cubicBezTo>
                  <a:cubicBezTo>
                    <a:pt x="15951" y="149986"/>
                    <a:pt x="6100" y="126174"/>
                    <a:pt x="6100" y="100861"/>
                  </a:cubicBezTo>
                  <a:cubicBezTo>
                    <a:pt x="6100" y="75580"/>
                    <a:pt x="15951" y="51768"/>
                    <a:pt x="33859" y="33892"/>
                  </a:cubicBezTo>
                  <a:cubicBezTo>
                    <a:pt x="51768" y="15984"/>
                    <a:pt x="75548" y="6133"/>
                    <a:pt x="100861" y="6133"/>
                  </a:cubicBezTo>
                  <a:cubicBezTo>
                    <a:pt x="126174" y="6133"/>
                    <a:pt x="149954" y="15984"/>
                    <a:pt x="167862" y="33892"/>
                  </a:cubicBezTo>
                  <a:cubicBezTo>
                    <a:pt x="185770" y="51768"/>
                    <a:pt x="195621" y="75580"/>
                    <a:pt x="195621" y="100861"/>
                  </a:cubicBezTo>
                  <a:cubicBezTo>
                    <a:pt x="195621" y="112734"/>
                    <a:pt x="193468" y="124282"/>
                    <a:pt x="189195" y="135242"/>
                  </a:cubicBezTo>
                  <a:cubicBezTo>
                    <a:pt x="188575" y="136808"/>
                    <a:pt x="189358" y="138602"/>
                    <a:pt x="190924" y="139189"/>
                  </a:cubicBezTo>
                  <a:cubicBezTo>
                    <a:pt x="191289" y="139333"/>
                    <a:pt x="191664" y="139402"/>
                    <a:pt x="192033" y="139402"/>
                  </a:cubicBezTo>
                  <a:cubicBezTo>
                    <a:pt x="193248" y="139402"/>
                    <a:pt x="194396" y="138661"/>
                    <a:pt x="194871" y="137460"/>
                  </a:cubicBezTo>
                  <a:cubicBezTo>
                    <a:pt x="199405" y="125782"/>
                    <a:pt x="201721" y="113485"/>
                    <a:pt x="201721" y="100861"/>
                  </a:cubicBezTo>
                  <a:cubicBezTo>
                    <a:pt x="201721" y="73949"/>
                    <a:pt x="191218" y="48604"/>
                    <a:pt x="172168" y="29554"/>
                  </a:cubicBezTo>
                  <a:cubicBezTo>
                    <a:pt x="153118" y="10504"/>
                    <a:pt x="127805" y="0"/>
                    <a:pt x="1008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45"/>
            <p:cNvSpPr/>
            <p:nvPr/>
          </p:nvSpPr>
          <p:spPr>
            <a:xfrm>
              <a:off x="4189200" y="936125"/>
              <a:ext cx="1503800" cy="2640650"/>
            </a:xfrm>
            <a:custGeom>
              <a:avLst/>
              <a:gdLst/>
              <a:ahLst/>
              <a:cxnLst/>
              <a:rect l="l" t="t" r="r" b="b"/>
              <a:pathLst>
                <a:path w="60152" h="105626" extrusionOk="0">
                  <a:moveTo>
                    <a:pt x="3445" y="1"/>
                  </a:moveTo>
                  <a:cubicBezTo>
                    <a:pt x="2127" y="1"/>
                    <a:pt x="922" y="850"/>
                    <a:pt x="522" y="2156"/>
                  </a:cubicBezTo>
                  <a:cubicBezTo>
                    <a:pt x="0" y="3754"/>
                    <a:pt x="914" y="5483"/>
                    <a:pt x="2545" y="5972"/>
                  </a:cubicBezTo>
                  <a:cubicBezTo>
                    <a:pt x="17126" y="10474"/>
                    <a:pt x="30271" y="19738"/>
                    <a:pt x="39470" y="32035"/>
                  </a:cubicBezTo>
                  <a:cubicBezTo>
                    <a:pt x="49028" y="44757"/>
                    <a:pt x="54051" y="59925"/>
                    <a:pt x="54051" y="75844"/>
                  </a:cubicBezTo>
                  <a:cubicBezTo>
                    <a:pt x="54051" y="84684"/>
                    <a:pt x="52486" y="93328"/>
                    <a:pt x="49419" y="101516"/>
                  </a:cubicBezTo>
                  <a:cubicBezTo>
                    <a:pt x="48832" y="103081"/>
                    <a:pt x="49648" y="104843"/>
                    <a:pt x="51213" y="105430"/>
                  </a:cubicBezTo>
                  <a:cubicBezTo>
                    <a:pt x="51572" y="105560"/>
                    <a:pt x="51931" y="105626"/>
                    <a:pt x="52290" y="105626"/>
                  </a:cubicBezTo>
                  <a:cubicBezTo>
                    <a:pt x="53529" y="105626"/>
                    <a:pt x="54671" y="104875"/>
                    <a:pt x="55128" y="103669"/>
                  </a:cubicBezTo>
                  <a:cubicBezTo>
                    <a:pt x="58488" y="94763"/>
                    <a:pt x="60151" y="85401"/>
                    <a:pt x="60151" y="75844"/>
                  </a:cubicBezTo>
                  <a:cubicBezTo>
                    <a:pt x="60151" y="58588"/>
                    <a:pt x="54704" y="42180"/>
                    <a:pt x="44363" y="28382"/>
                  </a:cubicBezTo>
                  <a:cubicBezTo>
                    <a:pt x="34382" y="15073"/>
                    <a:pt x="20159" y="5026"/>
                    <a:pt x="4339" y="133"/>
                  </a:cubicBezTo>
                  <a:cubicBezTo>
                    <a:pt x="4040" y="44"/>
                    <a:pt x="3740" y="1"/>
                    <a:pt x="344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45"/>
            <p:cNvSpPr/>
            <p:nvPr/>
          </p:nvSpPr>
          <p:spPr>
            <a:xfrm>
              <a:off x="1731275" y="851375"/>
              <a:ext cx="2875475" cy="3962525"/>
            </a:xfrm>
            <a:custGeom>
              <a:avLst/>
              <a:gdLst/>
              <a:ahLst/>
              <a:cxnLst/>
              <a:rect l="l" t="t" r="r" b="b"/>
              <a:pathLst>
                <a:path w="115019" h="158501" extrusionOk="0">
                  <a:moveTo>
                    <a:pt x="79235" y="0"/>
                  </a:moveTo>
                  <a:cubicBezTo>
                    <a:pt x="35557" y="0"/>
                    <a:pt x="1" y="35556"/>
                    <a:pt x="1" y="79234"/>
                  </a:cubicBezTo>
                  <a:cubicBezTo>
                    <a:pt x="1" y="122944"/>
                    <a:pt x="35557" y="158500"/>
                    <a:pt x="79235" y="158500"/>
                  </a:cubicBezTo>
                  <a:cubicBezTo>
                    <a:pt x="90978" y="158500"/>
                    <a:pt x="102264" y="155988"/>
                    <a:pt x="112833" y="151030"/>
                  </a:cubicBezTo>
                  <a:cubicBezTo>
                    <a:pt x="114366" y="150312"/>
                    <a:pt x="115019" y="148486"/>
                    <a:pt x="114301" y="146953"/>
                  </a:cubicBezTo>
                  <a:cubicBezTo>
                    <a:pt x="113778" y="145859"/>
                    <a:pt x="112666" y="145199"/>
                    <a:pt x="111520" y="145199"/>
                  </a:cubicBezTo>
                  <a:cubicBezTo>
                    <a:pt x="111094" y="145199"/>
                    <a:pt x="110663" y="145290"/>
                    <a:pt x="110256" y="145485"/>
                  </a:cubicBezTo>
                  <a:cubicBezTo>
                    <a:pt x="100503" y="150052"/>
                    <a:pt x="90064" y="152400"/>
                    <a:pt x="79235" y="152400"/>
                  </a:cubicBezTo>
                  <a:cubicBezTo>
                    <a:pt x="38916" y="152400"/>
                    <a:pt x="6101" y="119585"/>
                    <a:pt x="6101" y="79234"/>
                  </a:cubicBezTo>
                  <a:cubicBezTo>
                    <a:pt x="6101" y="38916"/>
                    <a:pt x="38916" y="6100"/>
                    <a:pt x="79235" y="6100"/>
                  </a:cubicBezTo>
                  <a:cubicBezTo>
                    <a:pt x="82073" y="6100"/>
                    <a:pt x="84976" y="6296"/>
                    <a:pt x="87846" y="6622"/>
                  </a:cubicBezTo>
                  <a:cubicBezTo>
                    <a:pt x="87968" y="6636"/>
                    <a:pt x="88088" y="6643"/>
                    <a:pt x="88207" y="6643"/>
                  </a:cubicBezTo>
                  <a:cubicBezTo>
                    <a:pt x="89750" y="6643"/>
                    <a:pt x="91057" y="5492"/>
                    <a:pt x="91239" y="3947"/>
                  </a:cubicBezTo>
                  <a:cubicBezTo>
                    <a:pt x="91434" y="2284"/>
                    <a:pt x="90228" y="750"/>
                    <a:pt x="88564" y="555"/>
                  </a:cubicBezTo>
                  <a:cubicBezTo>
                    <a:pt x="85465" y="196"/>
                    <a:pt x="82301" y="0"/>
                    <a:pt x="792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45"/>
            <p:cNvSpPr/>
            <p:nvPr/>
          </p:nvSpPr>
          <p:spPr>
            <a:xfrm>
              <a:off x="2402450" y="1523325"/>
              <a:ext cx="2619400" cy="2394325"/>
            </a:xfrm>
            <a:custGeom>
              <a:avLst/>
              <a:gdLst/>
              <a:ahLst/>
              <a:cxnLst/>
              <a:rect l="l" t="t" r="r" b="b"/>
              <a:pathLst>
                <a:path w="104776" h="95773" extrusionOk="0">
                  <a:moveTo>
                    <a:pt x="52388" y="1"/>
                  </a:moveTo>
                  <a:cubicBezTo>
                    <a:pt x="23519" y="1"/>
                    <a:pt x="0" y="23487"/>
                    <a:pt x="0" y="52356"/>
                  </a:cubicBezTo>
                  <a:cubicBezTo>
                    <a:pt x="0" y="69383"/>
                    <a:pt x="8318" y="85400"/>
                    <a:pt x="22247" y="95218"/>
                  </a:cubicBezTo>
                  <a:cubicBezTo>
                    <a:pt x="22801" y="95610"/>
                    <a:pt x="23421" y="95773"/>
                    <a:pt x="24008" y="95773"/>
                  </a:cubicBezTo>
                  <a:cubicBezTo>
                    <a:pt x="24987" y="95773"/>
                    <a:pt x="25933" y="95316"/>
                    <a:pt x="26520" y="94468"/>
                  </a:cubicBezTo>
                  <a:cubicBezTo>
                    <a:pt x="27499" y="93098"/>
                    <a:pt x="27140" y="91206"/>
                    <a:pt x="25770" y="90227"/>
                  </a:cubicBezTo>
                  <a:cubicBezTo>
                    <a:pt x="13472" y="81551"/>
                    <a:pt x="6133" y="67394"/>
                    <a:pt x="6133" y="52356"/>
                  </a:cubicBezTo>
                  <a:cubicBezTo>
                    <a:pt x="6133" y="26847"/>
                    <a:pt x="26879" y="6101"/>
                    <a:pt x="52388" y="6101"/>
                  </a:cubicBezTo>
                  <a:cubicBezTo>
                    <a:pt x="77896" y="6101"/>
                    <a:pt x="98643" y="26847"/>
                    <a:pt x="98643" y="52356"/>
                  </a:cubicBezTo>
                  <a:cubicBezTo>
                    <a:pt x="98643" y="57542"/>
                    <a:pt x="97827" y="62598"/>
                    <a:pt x="96163" y="67426"/>
                  </a:cubicBezTo>
                  <a:cubicBezTo>
                    <a:pt x="95609" y="69025"/>
                    <a:pt x="96457" y="70753"/>
                    <a:pt x="98055" y="71308"/>
                  </a:cubicBezTo>
                  <a:cubicBezTo>
                    <a:pt x="98381" y="71423"/>
                    <a:pt x="98714" y="71478"/>
                    <a:pt x="99044" y="71478"/>
                  </a:cubicBezTo>
                  <a:cubicBezTo>
                    <a:pt x="100301" y="71478"/>
                    <a:pt x="101498" y="70682"/>
                    <a:pt x="101937" y="69416"/>
                  </a:cubicBezTo>
                  <a:cubicBezTo>
                    <a:pt x="103797" y="63936"/>
                    <a:pt x="104775" y="58195"/>
                    <a:pt x="104775" y="52356"/>
                  </a:cubicBezTo>
                  <a:cubicBezTo>
                    <a:pt x="104775" y="23487"/>
                    <a:pt x="81256" y="1"/>
                    <a:pt x="5238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45"/>
            <p:cNvSpPr/>
            <p:nvPr/>
          </p:nvSpPr>
          <p:spPr>
            <a:xfrm>
              <a:off x="3224450" y="3885850"/>
              <a:ext cx="1069150" cy="256075"/>
            </a:xfrm>
            <a:custGeom>
              <a:avLst/>
              <a:gdLst/>
              <a:ahLst/>
              <a:cxnLst/>
              <a:rect l="l" t="t" r="r" b="b"/>
              <a:pathLst>
                <a:path w="42766" h="10243" extrusionOk="0">
                  <a:moveTo>
                    <a:pt x="39289" y="0"/>
                  </a:moveTo>
                  <a:cubicBezTo>
                    <a:pt x="38879" y="0"/>
                    <a:pt x="38464" y="84"/>
                    <a:pt x="38068" y="261"/>
                  </a:cubicBezTo>
                  <a:cubicBezTo>
                    <a:pt x="32197" y="2838"/>
                    <a:pt x="25966" y="4142"/>
                    <a:pt x="19508" y="4142"/>
                  </a:cubicBezTo>
                  <a:cubicBezTo>
                    <a:pt x="14354" y="4142"/>
                    <a:pt x="9265" y="3294"/>
                    <a:pt x="4437" y="1631"/>
                  </a:cubicBezTo>
                  <a:cubicBezTo>
                    <a:pt x="4105" y="1515"/>
                    <a:pt x="3768" y="1461"/>
                    <a:pt x="3436" y="1461"/>
                  </a:cubicBezTo>
                  <a:cubicBezTo>
                    <a:pt x="2171" y="1461"/>
                    <a:pt x="995" y="2256"/>
                    <a:pt x="555" y="3523"/>
                  </a:cubicBezTo>
                  <a:cubicBezTo>
                    <a:pt x="1" y="5121"/>
                    <a:pt x="849" y="6850"/>
                    <a:pt x="2447" y="7404"/>
                  </a:cubicBezTo>
                  <a:cubicBezTo>
                    <a:pt x="7928" y="9296"/>
                    <a:pt x="13669" y="10242"/>
                    <a:pt x="19508" y="10242"/>
                  </a:cubicBezTo>
                  <a:cubicBezTo>
                    <a:pt x="26814" y="10242"/>
                    <a:pt x="33893" y="8774"/>
                    <a:pt x="40515" y="5871"/>
                  </a:cubicBezTo>
                  <a:cubicBezTo>
                    <a:pt x="42081" y="5186"/>
                    <a:pt x="42766" y="3392"/>
                    <a:pt x="42081" y="1826"/>
                  </a:cubicBezTo>
                  <a:cubicBezTo>
                    <a:pt x="41597" y="689"/>
                    <a:pt x="40466" y="0"/>
                    <a:pt x="3928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45"/>
            <p:cNvSpPr/>
            <p:nvPr/>
          </p:nvSpPr>
          <p:spPr>
            <a:xfrm>
              <a:off x="2937400" y="2057475"/>
              <a:ext cx="1542125" cy="1544575"/>
            </a:xfrm>
            <a:custGeom>
              <a:avLst/>
              <a:gdLst/>
              <a:ahLst/>
              <a:cxnLst/>
              <a:rect l="l" t="t" r="r" b="b"/>
              <a:pathLst>
                <a:path w="61685" h="61783" extrusionOk="0">
                  <a:moveTo>
                    <a:pt x="30990" y="1"/>
                  </a:moveTo>
                  <a:cubicBezTo>
                    <a:pt x="13897" y="1"/>
                    <a:pt x="1" y="13897"/>
                    <a:pt x="1" y="30990"/>
                  </a:cubicBezTo>
                  <a:cubicBezTo>
                    <a:pt x="1" y="46647"/>
                    <a:pt x="11679" y="59858"/>
                    <a:pt x="27173" y="61783"/>
                  </a:cubicBezTo>
                  <a:lnTo>
                    <a:pt x="27565" y="61783"/>
                  </a:lnTo>
                  <a:cubicBezTo>
                    <a:pt x="29065" y="61783"/>
                    <a:pt x="30402" y="60674"/>
                    <a:pt x="30566" y="59108"/>
                  </a:cubicBezTo>
                  <a:cubicBezTo>
                    <a:pt x="30794" y="57445"/>
                    <a:pt x="29587" y="55911"/>
                    <a:pt x="27923" y="55716"/>
                  </a:cubicBezTo>
                  <a:cubicBezTo>
                    <a:pt x="15463" y="54183"/>
                    <a:pt x="6101" y="43548"/>
                    <a:pt x="6101" y="31022"/>
                  </a:cubicBezTo>
                  <a:cubicBezTo>
                    <a:pt x="6101" y="17289"/>
                    <a:pt x="17257" y="6101"/>
                    <a:pt x="30990" y="6101"/>
                  </a:cubicBezTo>
                  <a:cubicBezTo>
                    <a:pt x="42700" y="6101"/>
                    <a:pt x="52943" y="14419"/>
                    <a:pt x="55357" y="25836"/>
                  </a:cubicBezTo>
                  <a:cubicBezTo>
                    <a:pt x="55643" y="27294"/>
                    <a:pt x="56932" y="28277"/>
                    <a:pt x="58366" y="28277"/>
                  </a:cubicBezTo>
                  <a:cubicBezTo>
                    <a:pt x="58568" y="28277"/>
                    <a:pt x="58773" y="28257"/>
                    <a:pt x="58977" y="28217"/>
                  </a:cubicBezTo>
                  <a:cubicBezTo>
                    <a:pt x="60608" y="27858"/>
                    <a:pt x="61685" y="26227"/>
                    <a:pt x="61326" y="24596"/>
                  </a:cubicBezTo>
                  <a:cubicBezTo>
                    <a:pt x="58325" y="10341"/>
                    <a:pt x="45571" y="1"/>
                    <a:pt x="3099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45"/>
            <p:cNvSpPr/>
            <p:nvPr/>
          </p:nvSpPr>
          <p:spPr>
            <a:xfrm>
              <a:off x="3494400" y="2619550"/>
              <a:ext cx="2951300" cy="2765175"/>
            </a:xfrm>
            <a:custGeom>
              <a:avLst/>
              <a:gdLst/>
              <a:ahLst/>
              <a:cxnLst/>
              <a:rect l="l" t="t" r="r" b="b"/>
              <a:pathLst>
                <a:path w="118052" h="110607" extrusionOk="0">
                  <a:moveTo>
                    <a:pt x="16082" y="15226"/>
                  </a:moveTo>
                  <a:lnTo>
                    <a:pt x="26194" y="16042"/>
                  </a:lnTo>
                  <a:cubicBezTo>
                    <a:pt x="27205" y="16107"/>
                    <a:pt x="28151" y="16531"/>
                    <a:pt x="28901" y="17216"/>
                  </a:cubicBezTo>
                  <a:lnTo>
                    <a:pt x="37611" y="25273"/>
                  </a:lnTo>
                  <a:cubicBezTo>
                    <a:pt x="39405" y="26937"/>
                    <a:pt x="39535" y="29808"/>
                    <a:pt x="37839" y="31602"/>
                  </a:cubicBezTo>
                  <a:lnTo>
                    <a:pt x="34120" y="35647"/>
                  </a:lnTo>
                  <a:cubicBezTo>
                    <a:pt x="33305" y="36527"/>
                    <a:pt x="32196" y="37049"/>
                    <a:pt x="30989" y="37082"/>
                  </a:cubicBezTo>
                  <a:cubicBezTo>
                    <a:pt x="30908" y="37086"/>
                    <a:pt x="30827" y="37088"/>
                    <a:pt x="30747" y="37088"/>
                  </a:cubicBezTo>
                  <a:cubicBezTo>
                    <a:pt x="29630" y="37088"/>
                    <a:pt x="28581" y="36668"/>
                    <a:pt x="27760" y="35907"/>
                  </a:cubicBezTo>
                  <a:lnTo>
                    <a:pt x="19050" y="27850"/>
                  </a:lnTo>
                  <a:cubicBezTo>
                    <a:pt x="18300" y="27165"/>
                    <a:pt x="17811" y="26252"/>
                    <a:pt x="17647" y="25241"/>
                  </a:cubicBezTo>
                  <a:lnTo>
                    <a:pt x="16082" y="15226"/>
                  </a:lnTo>
                  <a:close/>
                  <a:moveTo>
                    <a:pt x="79222" y="50874"/>
                  </a:moveTo>
                  <a:cubicBezTo>
                    <a:pt x="82118" y="50874"/>
                    <a:pt x="84872" y="51945"/>
                    <a:pt x="86997" y="53914"/>
                  </a:cubicBezTo>
                  <a:lnTo>
                    <a:pt x="108298" y="73616"/>
                  </a:lnTo>
                  <a:cubicBezTo>
                    <a:pt x="111103" y="76193"/>
                    <a:pt x="111266" y="80597"/>
                    <a:pt x="108657" y="83402"/>
                  </a:cubicBezTo>
                  <a:lnTo>
                    <a:pt x="106732" y="85490"/>
                  </a:lnTo>
                  <a:cubicBezTo>
                    <a:pt x="105357" y="86968"/>
                    <a:pt x="103492" y="87722"/>
                    <a:pt x="101620" y="87722"/>
                  </a:cubicBezTo>
                  <a:cubicBezTo>
                    <a:pt x="99941" y="87722"/>
                    <a:pt x="98256" y="87115"/>
                    <a:pt x="96914" y="85881"/>
                  </a:cubicBezTo>
                  <a:lnTo>
                    <a:pt x="67328" y="58480"/>
                  </a:lnTo>
                  <a:lnTo>
                    <a:pt x="70981" y="54533"/>
                  </a:lnTo>
                  <a:cubicBezTo>
                    <a:pt x="73036" y="52315"/>
                    <a:pt x="75841" y="51010"/>
                    <a:pt x="78842" y="50880"/>
                  </a:cubicBezTo>
                  <a:cubicBezTo>
                    <a:pt x="78969" y="50876"/>
                    <a:pt x="79096" y="50874"/>
                    <a:pt x="79222" y="50874"/>
                  </a:cubicBezTo>
                  <a:close/>
                  <a:moveTo>
                    <a:pt x="63152" y="62949"/>
                  </a:moveTo>
                  <a:lnTo>
                    <a:pt x="92771" y="90350"/>
                  </a:lnTo>
                  <a:cubicBezTo>
                    <a:pt x="94141" y="91622"/>
                    <a:pt x="94924" y="93318"/>
                    <a:pt x="94989" y="95178"/>
                  </a:cubicBezTo>
                  <a:cubicBezTo>
                    <a:pt x="95087" y="97037"/>
                    <a:pt x="94402" y="98799"/>
                    <a:pt x="93162" y="100169"/>
                  </a:cubicBezTo>
                  <a:lnTo>
                    <a:pt x="91238" y="102256"/>
                  </a:lnTo>
                  <a:cubicBezTo>
                    <a:pt x="89966" y="103626"/>
                    <a:pt x="88237" y="104409"/>
                    <a:pt x="86410" y="104474"/>
                  </a:cubicBezTo>
                  <a:cubicBezTo>
                    <a:pt x="86325" y="104477"/>
                    <a:pt x="86241" y="104479"/>
                    <a:pt x="86156" y="104479"/>
                  </a:cubicBezTo>
                  <a:cubicBezTo>
                    <a:pt x="84391" y="104479"/>
                    <a:pt x="82727" y="103831"/>
                    <a:pt x="81419" y="102648"/>
                  </a:cubicBezTo>
                  <a:lnTo>
                    <a:pt x="60119" y="82945"/>
                  </a:lnTo>
                  <a:cubicBezTo>
                    <a:pt x="55552" y="78705"/>
                    <a:pt x="55258" y="71496"/>
                    <a:pt x="59499" y="66896"/>
                  </a:cubicBezTo>
                  <a:lnTo>
                    <a:pt x="63152" y="62949"/>
                  </a:lnTo>
                  <a:close/>
                  <a:moveTo>
                    <a:pt x="3347" y="1"/>
                  </a:moveTo>
                  <a:cubicBezTo>
                    <a:pt x="2557" y="1"/>
                    <a:pt x="1770" y="311"/>
                    <a:pt x="1174" y="939"/>
                  </a:cubicBezTo>
                  <a:cubicBezTo>
                    <a:pt x="0" y="2146"/>
                    <a:pt x="0" y="4070"/>
                    <a:pt x="1240" y="5245"/>
                  </a:cubicBezTo>
                  <a:lnTo>
                    <a:pt x="9590" y="13367"/>
                  </a:lnTo>
                  <a:lnTo>
                    <a:pt x="11645" y="26219"/>
                  </a:lnTo>
                  <a:cubicBezTo>
                    <a:pt x="12004" y="28535"/>
                    <a:pt x="13146" y="30721"/>
                    <a:pt x="14907" y="32319"/>
                  </a:cubicBezTo>
                  <a:lnTo>
                    <a:pt x="23617" y="40376"/>
                  </a:lnTo>
                  <a:cubicBezTo>
                    <a:pt x="25574" y="42203"/>
                    <a:pt x="28118" y="43214"/>
                    <a:pt x="30793" y="43214"/>
                  </a:cubicBezTo>
                  <a:lnTo>
                    <a:pt x="31217" y="43214"/>
                  </a:lnTo>
                  <a:cubicBezTo>
                    <a:pt x="31380" y="43182"/>
                    <a:pt x="31544" y="43182"/>
                    <a:pt x="31707" y="43182"/>
                  </a:cubicBezTo>
                  <a:lnTo>
                    <a:pt x="54084" y="63895"/>
                  </a:lnTo>
                  <a:cubicBezTo>
                    <a:pt x="48571" y="70941"/>
                    <a:pt x="49289" y="81216"/>
                    <a:pt x="55976" y="87414"/>
                  </a:cubicBezTo>
                  <a:lnTo>
                    <a:pt x="77277" y="107117"/>
                  </a:lnTo>
                  <a:cubicBezTo>
                    <a:pt x="79690" y="109367"/>
                    <a:pt x="82822" y="110607"/>
                    <a:pt x="86117" y="110607"/>
                  </a:cubicBezTo>
                  <a:cubicBezTo>
                    <a:pt x="86280" y="110607"/>
                    <a:pt x="86475" y="110574"/>
                    <a:pt x="86638" y="110574"/>
                  </a:cubicBezTo>
                  <a:cubicBezTo>
                    <a:pt x="90129" y="110444"/>
                    <a:pt x="93326" y="108976"/>
                    <a:pt x="95707" y="106399"/>
                  </a:cubicBezTo>
                  <a:lnTo>
                    <a:pt x="97631" y="104311"/>
                  </a:lnTo>
                  <a:cubicBezTo>
                    <a:pt x="100013" y="101767"/>
                    <a:pt x="101252" y="98440"/>
                    <a:pt x="101089" y="94949"/>
                  </a:cubicBezTo>
                  <a:cubicBezTo>
                    <a:pt x="101089" y="94558"/>
                    <a:pt x="101056" y="94199"/>
                    <a:pt x="101024" y="93808"/>
                  </a:cubicBezTo>
                  <a:cubicBezTo>
                    <a:pt x="101220" y="93808"/>
                    <a:pt x="101415" y="93840"/>
                    <a:pt x="101644" y="93840"/>
                  </a:cubicBezTo>
                  <a:cubicBezTo>
                    <a:pt x="105134" y="93840"/>
                    <a:pt x="108657" y="92405"/>
                    <a:pt x="111201" y="89632"/>
                  </a:cubicBezTo>
                  <a:lnTo>
                    <a:pt x="113158" y="87545"/>
                  </a:lnTo>
                  <a:cubicBezTo>
                    <a:pt x="118051" y="82260"/>
                    <a:pt x="117725" y="74007"/>
                    <a:pt x="112441" y="69114"/>
                  </a:cubicBezTo>
                  <a:lnTo>
                    <a:pt x="91140" y="49412"/>
                  </a:lnTo>
                  <a:cubicBezTo>
                    <a:pt x="87796" y="46313"/>
                    <a:pt x="83548" y="44780"/>
                    <a:pt x="79307" y="44780"/>
                  </a:cubicBezTo>
                  <a:cubicBezTo>
                    <a:pt x="75067" y="44780"/>
                    <a:pt x="70834" y="46313"/>
                    <a:pt x="67523" y="49347"/>
                  </a:cubicBezTo>
                  <a:lnTo>
                    <a:pt x="63217" y="45367"/>
                  </a:lnTo>
                  <a:cubicBezTo>
                    <a:pt x="62631" y="44812"/>
                    <a:pt x="61891" y="44541"/>
                    <a:pt x="61154" y="44541"/>
                  </a:cubicBezTo>
                  <a:cubicBezTo>
                    <a:pt x="60332" y="44541"/>
                    <a:pt x="59513" y="44877"/>
                    <a:pt x="58912" y="45530"/>
                  </a:cubicBezTo>
                  <a:cubicBezTo>
                    <a:pt x="57770" y="46770"/>
                    <a:pt x="57835" y="48694"/>
                    <a:pt x="59075" y="49836"/>
                  </a:cubicBezTo>
                  <a:lnTo>
                    <a:pt x="63348" y="53783"/>
                  </a:lnTo>
                  <a:lnTo>
                    <a:pt x="58194" y="59361"/>
                  </a:lnTo>
                  <a:lnTo>
                    <a:pt x="37839" y="40539"/>
                  </a:lnTo>
                  <a:cubicBezTo>
                    <a:pt x="38100" y="40311"/>
                    <a:pt x="42797" y="35255"/>
                    <a:pt x="42993" y="34962"/>
                  </a:cubicBezTo>
                  <a:lnTo>
                    <a:pt x="48930" y="40442"/>
                  </a:lnTo>
                  <a:cubicBezTo>
                    <a:pt x="49517" y="40996"/>
                    <a:pt x="50267" y="41257"/>
                    <a:pt x="51018" y="41257"/>
                  </a:cubicBezTo>
                  <a:cubicBezTo>
                    <a:pt x="51833" y="41257"/>
                    <a:pt x="52649" y="40931"/>
                    <a:pt x="53236" y="40279"/>
                  </a:cubicBezTo>
                  <a:cubicBezTo>
                    <a:pt x="54377" y="39039"/>
                    <a:pt x="54312" y="37114"/>
                    <a:pt x="53073" y="35973"/>
                  </a:cubicBezTo>
                  <a:lnTo>
                    <a:pt x="45146" y="28633"/>
                  </a:lnTo>
                  <a:cubicBezTo>
                    <a:pt x="45146" y="25763"/>
                    <a:pt x="44004" y="22892"/>
                    <a:pt x="41754" y="20772"/>
                  </a:cubicBezTo>
                  <a:lnTo>
                    <a:pt x="33044" y="12715"/>
                  </a:lnTo>
                  <a:cubicBezTo>
                    <a:pt x="31315" y="11116"/>
                    <a:pt x="29032" y="10138"/>
                    <a:pt x="26683" y="9942"/>
                  </a:cubicBezTo>
                  <a:lnTo>
                    <a:pt x="13798" y="8931"/>
                  </a:lnTo>
                  <a:lnTo>
                    <a:pt x="5480" y="874"/>
                  </a:lnTo>
                  <a:cubicBezTo>
                    <a:pt x="4885" y="295"/>
                    <a:pt x="4115" y="1"/>
                    <a:pt x="334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98" name="Google Shape;1198;p45"/>
          <p:cNvSpPr/>
          <p:nvPr/>
        </p:nvSpPr>
        <p:spPr>
          <a:xfrm>
            <a:off x="7770997" y="474009"/>
            <a:ext cx="598642" cy="598642"/>
          </a:xfrm>
          <a:custGeom>
            <a:avLst/>
            <a:gdLst/>
            <a:ahLst/>
            <a:cxnLst/>
            <a:rect l="l" t="t" r="r" b="b"/>
            <a:pathLst>
              <a:path w="208768" h="208768" extrusionOk="0">
                <a:moveTo>
                  <a:pt x="118149" y="6133"/>
                </a:moveTo>
                <a:cubicBezTo>
                  <a:pt x="120954" y="6133"/>
                  <a:pt x="123629" y="6589"/>
                  <a:pt x="126141" y="7437"/>
                </a:cubicBezTo>
                <a:cubicBezTo>
                  <a:pt x="119389" y="13178"/>
                  <a:pt x="115116" y="21692"/>
                  <a:pt x="115116" y="31217"/>
                </a:cubicBezTo>
                <a:lnTo>
                  <a:pt x="115116" y="38850"/>
                </a:lnTo>
                <a:lnTo>
                  <a:pt x="93064" y="38850"/>
                </a:lnTo>
                <a:lnTo>
                  <a:pt x="93064" y="31217"/>
                </a:lnTo>
                <a:cubicBezTo>
                  <a:pt x="93064" y="17386"/>
                  <a:pt x="104318" y="6133"/>
                  <a:pt x="118149" y="6133"/>
                </a:cubicBezTo>
                <a:close/>
                <a:moveTo>
                  <a:pt x="132241" y="10471"/>
                </a:moveTo>
                <a:cubicBezTo>
                  <a:pt x="138895" y="14973"/>
                  <a:pt x="143266" y="22606"/>
                  <a:pt x="143266" y="31217"/>
                </a:cubicBezTo>
                <a:lnTo>
                  <a:pt x="143266" y="38850"/>
                </a:lnTo>
                <a:lnTo>
                  <a:pt x="121215" y="38850"/>
                </a:lnTo>
                <a:lnTo>
                  <a:pt x="121215" y="31217"/>
                </a:lnTo>
                <a:cubicBezTo>
                  <a:pt x="121215" y="22606"/>
                  <a:pt x="125586" y="14973"/>
                  <a:pt x="132241" y="10471"/>
                </a:cubicBezTo>
                <a:close/>
                <a:moveTo>
                  <a:pt x="146333" y="6133"/>
                </a:moveTo>
                <a:cubicBezTo>
                  <a:pt x="160164" y="6133"/>
                  <a:pt x="171417" y="17386"/>
                  <a:pt x="171417" y="31217"/>
                </a:cubicBezTo>
                <a:lnTo>
                  <a:pt x="171417" y="38850"/>
                </a:lnTo>
                <a:lnTo>
                  <a:pt x="149399" y="38850"/>
                </a:lnTo>
                <a:lnTo>
                  <a:pt x="149399" y="31217"/>
                </a:lnTo>
                <a:cubicBezTo>
                  <a:pt x="149399" y="21692"/>
                  <a:pt x="145093" y="13178"/>
                  <a:pt x="138341" y="7437"/>
                </a:cubicBezTo>
                <a:cubicBezTo>
                  <a:pt x="140853" y="6589"/>
                  <a:pt x="143527" y="6133"/>
                  <a:pt x="146333" y="6133"/>
                </a:cubicBezTo>
                <a:close/>
                <a:moveTo>
                  <a:pt x="45048" y="74928"/>
                </a:moveTo>
                <a:cubicBezTo>
                  <a:pt x="46124" y="74928"/>
                  <a:pt x="47168" y="75058"/>
                  <a:pt x="48180" y="75254"/>
                </a:cubicBezTo>
                <a:cubicBezTo>
                  <a:pt x="44363" y="79136"/>
                  <a:pt x="41982" y="84485"/>
                  <a:pt x="41982" y="90357"/>
                </a:cubicBezTo>
                <a:lnTo>
                  <a:pt x="41982" y="94304"/>
                </a:lnTo>
                <a:lnTo>
                  <a:pt x="29651" y="94304"/>
                </a:lnTo>
                <a:lnTo>
                  <a:pt x="29651" y="90357"/>
                </a:lnTo>
                <a:cubicBezTo>
                  <a:pt x="29651" y="81843"/>
                  <a:pt x="36567" y="74928"/>
                  <a:pt x="45048" y="74928"/>
                </a:cubicBezTo>
                <a:close/>
                <a:moveTo>
                  <a:pt x="51115" y="81256"/>
                </a:moveTo>
                <a:lnTo>
                  <a:pt x="51115" y="94304"/>
                </a:lnTo>
                <a:lnTo>
                  <a:pt x="48114" y="94304"/>
                </a:lnTo>
                <a:lnTo>
                  <a:pt x="48114" y="90357"/>
                </a:lnTo>
                <a:cubicBezTo>
                  <a:pt x="48114" y="86932"/>
                  <a:pt x="49223" y="83800"/>
                  <a:pt x="51115" y="81256"/>
                </a:cubicBezTo>
                <a:close/>
                <a:moveTo>
                  <a:pt x="57248" y="80930"/>
                </a:moveTo>
                <a:cubicBezTo>
                  <a:pt x="59270" y="83539"/>
                  <a:pt x="60477" y="86801"/>
                  <a:pt x="60477" y="90357"/>
                </a:cubicBezTo>
                <a:lnTo>
                  <a:pt x="60477" y="94304"/>
                </a:lnTo>
                <a:lnTo>
                  <a:pt x="57248" y="94304"/>
                </a:lnTo>
                <a:lnTo>
                  <a:pt x="57248" y="80930"/>
                </a:lnTo>
                <a:close/>
                <a:moveTo>
                  <a:pt x="63543" y="74928"/>
                </a:moveTo>
                <a:cubicBezTo>
                  <a:pt x="72025" y="74928"/>
                  <a:pt x="78940" y="81843"/>
                  <a:pt x="78940" y="90357"/>
                </a:cubicBezTo>
                <a:lnTo>
                  <a:pt x="78940" y="94304"/>
                </a:lnTo>
                <a:lnTo>
                  <a:pt x="66610" y="94304"/>
                </a:lnTo>
                <a:lnTo>
                  <a:pt x="66610" y="90357"/>
                </a:lnTo>
                <a:cubicBezTo>
                  <a:pt x="66610" y="84485"/>
                  <a:pt x="64229" y="79136"/>
                  <a:pt x="60412" y="75254"/>
                </a:cubicBezTo>
                <a:cubicBezTo>
                  <a:pt x="61423" y="75058"/>
                  <a:pt x="62467" y="74928"/>
                  <a:pt x="63543" y="74928"/>
                </a:cubicBezTo>
                <a:close/>
                <a:moveTo>
                  <a:pt x="202635" y="44983"/>
                </a:moveTo>
                <a:lnTo>
                  <a:pt x="202635" y="197579"/>
                </a:lnTo>
                <a:cubicBezTo>
                  <a:pt x="202635" y="200384"/>
                  <a:pt x="200384" y="202635"/>
                  <a:pt x="197579" y="202635"/>
                </a:cubicBezTo>
                <a:lnTo>
                  <a:pt x="184009" y="202635"/>
                </a:lnTo>
                <a:cubicBezTo>
                  <a:pt x="184792" y="201134"/>
                  <a:pt x="185216" y="199405"/>
                  <a:pt x="185216" y="197579"/>
                </a:cubicBezTo>
                <a:lnTo>
                  <a:pt x="185216" y="86149"/>
                </a:lnTo>
                <a:cubicBezTo>
                  <a:pt x="185216" y="84453"/>
                  <a:pt x="183846" y="83083"/>
                  <a:pt x="182149" y="83083"/>
                </a:cubicBezTo>
                <a:cubicBezTo>
                  <a:pt x="180453" y="83083"/>
                  <a:pt x="179083" y="84453"/>
                  <a:pt x="179083" y="86149"/>
                </a:cubicBezTo>
                <a:lnTo>
                  <a:pt x="179083" y="197579"/>
                </a:lnTo>
                <a:cubicBezTo>
                  <a:pt x="179083" y="200384"/>
                  <a:pt x="176832" y="202635"/>
                  <a:pt x="174027" y="202635"/>
                </a:cubicBezTo>
                <a:lnTo>
                  <a:pt x="105232" y="202635"/>
                </a:lnTo>
                <a:cubicBezTo>
                  <a:pt x="105460" y="201917"/>
                  <a:pt x="105558" y="201167"/>
                  <a:pt x="105558" y="200384"/>
                </a:cubicBezTo>
                <a:lnTo>
                  <a:pt x="105558" y="173668"/>
                </a:lnTo>
                <a:cubicBezTo>
                  <a:pt x="105558" y="172005"/>
                  <a:pt x="104188" y="170602"/>
                  <a:pt x="102492" y="170602"/>
                </a:cubicBezTo>
                <a:cubicBezTo>
                  <a:pt x="100795" y="170602"/>
                  <a:pt x="99425" y="172005"/>
                  <a:pt x="99425" y="173668"/>
                </a:cubicBezTo>
                <a:lnTo>
                  <a:pt x="99425" y="200384"/>
                </a:lnTo>
                <a:cubicBezTo>
                  <a:pt x="99425" y="201623"/>
                  <a:pt x="98414" y="202635"/>
                  <a:pt x="97175" y="202635"/>
                </a:cubicBezTo>
                <a:lnTo>
                  <a:pt x="89802" y="202635"/>
                </a:lnTo>
                <a:cubicBezTo>
                  <a:pt x="89998" y="201917"/>
                  <a:pt x="90096" y="201167"/>
                  <a:pt x="90096" y="200384"/>
                </a:cubicBezTo>
                <a:lnTo>
                  <a:pt x="90096" y="100437"/>
                </a:lnTo>
                <a:lnTo>
                  <a:pt x="99425" y="100437"/>
                </a:lnTo>
                <a:lnTo>
                  <a:pt x="99425" y="161436"/>
                </a:lnTo>
                <a:cubicBezTo>
                  <a:pt x="99425" y="163132"/>
                  <a:pt x="100795" y="164502"/>
                  <a:pt x="102492" y="164502"/>
                </a:cubicBezTo>
                <a:cubicBezTo>
                  <a:pt x="104188" y="164502"/>
                  <a:pt x="105558" y="163132"/>
                  <a:pt x="105558" y="161436"/>
                </a:cubicBezTo>
                <a:lnTo>
                  <a:pt x="105558" y="97370"/>
                </a:lnTo>
                <a:cubicBezTo>
                  <a:pt x="105558" y="95674"/>
                  <a:pt x="104188" y="94304"/>
                  <a:pt x="102492" y="94304"/>
                </a:cubicBezTo>
                <a:lnTo>
                  <a:pt x="85073" y="94304"/>
                </a:lnTo>
                <a:lnTo>
                  <a:pt x="85073" y="90357"/>
                </a:lnTo>
                <a:cubicBezTo>
                  <a:pt x="85073" y="78483"/>
                  <a:pt x="75417" y="68795"/>
                  <a:pt x="63543" y="68795"/>
                </a:cubicBezTo>
                <a:cubicBezTo>
                  <a:pt x="61325" y="68795"/>
                  <a:pt x="59238" y="69154"/>
                  <a:pt x="57248" y="69741"/>
                </a:cubicBezTo>
                <a:lnTo>
                  <a:pt x="57248" y="44983"/>
                </a:lnTo>
                <a:lnTo>
                  <a:pt x="86932" y="44983"/>
                </a:lnTo>
                <a:lnTo>
                  <a:pt x="86932" y="57672"/>
                </a:lnTo>
                <a:cubicBezTo>
                  <a:pt x="85268" y="58716"/>
                  <a:pt x="84159" y="60542"/>
                  <a:pt x="84159" y="62630"/>
                </a:cubicBezTo>
                <a:cubicBezTo>
                  <a:pt x="84159" y="65860"/>
                  <a:pt x="86769" y="68502"/>
                  <a:pt x="89998" y="68502"/>
                </a:cubicBezTo>
                <a:cubicBezTo>
                  <a:pt x="93228" y="68502"/>
                  <a:pt x="95870" y="65860"/>
                  <a:pt x="95870" y="62630"/>
                </a:cubicBezTo>
                <a:cubicBezTo>
                  <a:pt x="95870" y="60542"/>
                  <a:pt x="94728" y="58716"/>
                  <a:pt x="93064" y="57672"/>
                </a:cubicBezTo>
                <a:lnTo>
                  <a:pt x="93064" y="44983"/>
                </a:lnTo>
                <a:lnTo>
                  <a:pt x="143266" y="44983"/>
                </a:lnTo>
                <a:lnTo>
                  <a:pt x="143266" y="57672"/>
                </a:lnTo>
                <a:cubicBezTo>
                  <a:pt x="141603" y="58716"/>
                  <a:pt x="140461" y="60542"/>
                  <a:pt x="140461" y="62630"/>
                </a:cubicBezTo>
                <a:cubicBezTo>
                  <a:pt x="140461" y="65860"/>
                  <a:pt x="143103" y="68502"/>
                  <a:pt x="146333" y="68502"/>
                </a:cubicBezTo>
                <a:cubicBezTo>
                  <a:pt x="149562" y="68502"/>
                  <a:pt x="152172" y="65860"/>
                  <a:pt x="152172" y="62630"/>
                </a:cubicBezTo>
                <a:cubicBezTo>
                  <a:pt x="152172" y="60542"/>
                  <a:pt x="151063" y="58716"/>
                  <a:pt x="149399" y="57672"/>
                </a:cubicBezTo>
                <a:lnTo>
                  <a:pt x="149399" y="44983"/>
                </a:lnTo>
                <a:lnTo>
                  <a:pt x="179083" y="44983"/>
                </a:lnTo>
                <a:lnTo>
                  <a:pt x="179083" y="73884"/>
                </a:lnTo>
                <a:cubicBezTo>
                  <a:pt x="179083" y="75580"/>
                  <a:pt x="180453" y="76950"/>
                  <a:pt x="182149" y="76950"/>
                </a:cubicBezTo>
                <a:cubicBezTo>
                  <a:pt x="183846" y="76950"/>
                  <a:pt x="185216" y="75580"/>
                  <a:pt x="185216" y="73884"/>
                </a:cubicBezTo>
                <a:lnTo>
                  <a:pt x="185216" y="44983"/>
                </a:lnTo>
                <a:close/>
                <a:moveTo>
                  <a:pt x="118149" y="0"/>
                </a:moveTo>
                <a:cubicBezTo>
                  <a:pt x="100958" y="0"/>
                  <a:pt x="86932" y="13994"/>
                  <a:pt x="86932" y="31217"/>
                </a:cubicBezTo>
                <a:lnTo>
                  <a:pt x="86932" y="38850"/>
                </a:lnTo>
                <a:lnTo>
                  <a:pt x="54182" y="38850"/>
                </a:lnTo>
                <a:cubicBezTo>
                  <a:pt x="52485" y="38850"/>
                  <a:pt x="51115" y="40220"/>
                  <a:pt x="51115" y="41917"/>
                </a:cubicBezTo>
                <a:lnTo>
                  <a:pt x="51115" y="69676"/>
                </a:lnTo>
                <a:cubicBezTo>
                  <a:pt x="49191" y="69121"/>
                  <a:pt x="47168" y="68795"/>
                  <a:pt x="45048" y="68795"/>
                </a:cubicBezTo>
                <a:cubicBezTo>
                  <a:pt x="33174" y="68795"/>
                  <a:pt x="23519" y="78483"/>
                  <a:pt x="23519" y="90357"/>
                </a:cubicBezTo>
                <a:lnTo>
                  <a:pt x="23519" y="94304"/>
                </a:lnTo>
                <a:lnTo>
                  <a:pt x="3066" y="94304"/>
                </a:lnTo>
                <a:cubicBezTo>
                  <a:pt x="1370" y="94304"/>
                  <a:pt x="0" y="95674"/>
                  <a:pt x="0" y="97370"/>
                </a:cubicBezTo>
                <a:lnTo>
                  <a:pt x="0" y="117692"/>
                </a:lnTo>
                <a:cubicBezTo>
                  <a:pt x="0" y="119389"/>
                  <a:pt x="1370" y="120759"/>
                  <a:pt x="3066" y="120759"/>
                </a:cubicBezTo>
                <a:cubicBezTo>
                  <a:pt x="4763" y="120759"/>
                  <a:pt x="6133" y="119389"/>
                  <a:pt x="6133" y="117692"/>
                </a:cubicBezTo>
                <a:lnTo>
                  <a:pt x="6133" y="100437"/>
                </a:lnTo>
                <a:lnTo>
                  <a:pt x="23519" y="100437"/>
                </a:lnTo>
                <a:lnTo>
                  <a:pt x="23519" y="105982"/>
                </a:lnTo>
                <a:cubicBezTo>
                  <a:pt x="21855" y="107026"/>
                  <a:pt x="20714" y="108852"/>
                  <a:pt x="20714" y="110973"/>
                </a:cubicBezTo>
                <a:cubicBezTo>
                  <a:pt x="20714" y="114202"/>
                  <a:pt x="23356" y="116812"/>
                  <a:pt x="26585" y="116812"/>
                </a:cubicBezTo>
                <a:cubicBezTo>
                  <a:pt x="29815" y="116812"/>
                  <a:pt x="32424" y="114202"/>
                  <a:pt x="32424" y="110973"/>
                </a:cubicBezTo>
                <a:cubicBezTo>
                  <a:pt x="32424" y="108852"/>
                  <a:pt x="31315" y="107026"/>
                  <a:pt x="29651" y="105982"/>
                </a:cubicBezTo>
                <a:lnTo>
                  <a:pt x="29651" y="100437"/>
                </a:lnTo>
                <a:lnTo>
                  <a:pt x="60477" y="100437"/>
                </a:lnTo>
                <a:lnTo>
                  <a:pt x="60477" y="105982"/>
                </a:lnTo>
                <a:cubicBezTo>
                  <a:pt x="58814" y="107026"/>
                  <a:pt x="57672" y="108852"/>
                  <a:pt x="57672" y="110973"/>
                </a:cubicBezTo>
                <a:cubicBezTo>
                  <a:pt x="57672" y="114202"/>
                  <a:pt x="60314" y="116812"/>
                  <a:pt x="63543" y="116812"/>
                </a:cubicBezTo>
                <a:cubicBezTo>
                  <a:pt x="66740" y="116812"/>
                  <a:pt x="69382" y="114202"/>
                  <a:pt x="69382" y="110973"/>
                </a:cubicBezTo>
                <a:cubicBezTo>
                  <a:pt x="69382" y="108852"/>
                  <a:pt x="68273" y="107026"/>
                  <a:pt x="66610" y="105982"/>
                </a:cubicBezTo>
                <a:lnTo>
                  <a:pt x="66610" y="100437"/>
                </a:lnTo>
                <a:lnTo>
                  <a:pt x="83996" y="100437"/>
                </a:lnTo>
                <a:lnTo>
                  <a:pt x="83996" y="200384"/>
                </a:lnTo>
                <a:cubicBezTo>
                  <a:pt x="83996" y="201623"/>
                  <a:pt x="82952" y="202635"/>
                  <a:pt x="81713" y="202635"/>
                </a:cubicBezTo>
                <a:lnTo>
                  <a:pt x="8383" y="202635"/>
                </a:lnTo>
                <a:cubicBezTo>
                  <a:pt x="7144" y="202635"/>
                  <a:pt x="6133" y="201623"/>
                  <a:pt x="6133" y="200384"/>
                </a:cubicBezTo>
                <a:lnTo>
                  <a:pt x="6133" y="129925"/>
                </a:lnTo>
                <a:cubicBezTo>
                  <a:pt x="6133" y="128261"/>
                  <a:pt x="4763" y="126891"/>
                  <a:pt x="3066" y="126891"/>
                </a:cubicBezTo>
                <a:cubicBezTo>
                  <a:pt x="1370" y="126891"/>
                  <a:pt x="0" y="128261"/>
                  <a:pt x="0" y="129925"/>
                </a:cubicBezTo>
                <a:lnTo>
                  <a:pt x="0" y="200384"/>
                </a:lnTo>
                <a:cubicBezTo>
                  <a:pt x="0" y="205016"/>
                  <a:pt x="3751" y="208767"/>
                  <a:pt x="8383" y="208767"/>
                </a:cubicBezTo>
                <a:lnTo>
                  <a:pt x="197579" y="208767"/>
                </a:lnTo>
                <a:cubicBezTo>
                  <a:pt x="203744" y="208767"/>
                  <a:pt x="208767" y="203744"/>
                  <a:pt x="208767" y="197579"/>
                </a:cubicBezTo>
                <a:lnTo>
                  <a:pt x="208767" y="41917"/>
                </a:lnTo>
                <a:cubicBezTo>
                  <a:pt x="208767" y="40220"/>
                  <a:pt x="207397" y="38850"/>
                  <a:pt x="205701" y="38850"/>
                </a:cubicBezTo>
                <a:lnTo>
                  <a:pt x="177550" y="38850"/>
                </a:lnTo>
                <a:lnTo>
                  <a:pt x="177550" y="31217"/>
                </a:lnTo>
                <a:cubicBezTo>
                  <a:pt x="177550" y="13994"/>
                  <a:pt x="163523" y="0"/>
                  <a:pt x="146333" y="0"/>
                </a:cubicBezTo>
                <a:cubicBezTo>
                  <a:pt x="141244" y="0"/>
                  <a:pt x="136482" y="1207"/>
                  <a:pt x="132241" y="3360"/>
                </a:cubicBezTo>
                <a:cubicBezTo>
                  <a:pt x="128000" y="1207"/>
                  <a:pt x="123238" y="0"/>
                  <a:pt x="11814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p47"/>
          <p:cNvSpPr txBox="1">
            <a:spLocks noGrp="1"/>
          </p:cNvSpPr>
          <p:nvPr>
            <p:ph type="title"/>
          </p:nvPr>
        </p:nvSpPr>
        <p:spPr>
          <a:xfrm>
            <a:off x="742204" y="373948"/>
            <a:ext cx="7947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dirty="0"/>
              <a:t>LITERATURE SURVEY</a:t>
            </a:r>
            <a:endParaRPr dirty="0"/>
          </a:p>
        </p:txBody>
      </p:sp>
      <p:sp>
        <p:nvSpPr>
          <p:cNvPr id="1300" name="Google Shape;1300;p47"/>
          <p:cNvSpPr/>
          <p:nvPr/>
        </p:nvSpPr>
        <p:spPr>
          <a:xfrm>
            <a:off x="1737030" y="432052"/>
            <a:ext cx="5752522" cy="456492"/>
          </a:xfrm>
          <a:prstGeom prst="rect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591184" y="1004752"/>
            <a:ext cx="7770089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tx1">
                    <a:lumMod val="20000"/>
                    <a:lumOff val="80000"/>
                  </a:schemeClr>
                </a:solidFill>
              </a:rPr>
              <a:t>1)Internal Journal for research science </a:t>
            </a:r>
          </a:p>
          <a:p>
            <a:r>
              <a:rPr lang="en-IN" dirty="0">
                <a:solidFill>
                  <a:schemeClr val="tx1">
                    <a:lumMod val="20000"/>
                    <a:lumOff val="80000"/>
                  </a:schemeClr>
                </a:solidFill>
              </a:rPr>
              <a:t>(in applied science &amp; </a:t>
            </a:r>
            <a:r>
              <a:rPr lang="en-IN" dirty="0" err="1">
                <a:solidFill>
                  <a:schemeClr val="tx1">
                    <a:lumMod val="20000"/>
                    <a:lumOff val="80000"/>
                  </a:schemeClr>
                </a:solidFill>
              </a:rPr>
              <a:t>engineerinf</a:t>
            </a:r>
            <a:r>
              <a:rPr lang="en-IN" dirty="0">
                <a:solidFill>
                  <a:schemeClr val="tx1">
                    <a:lumMod val="20000"/>
                    <a:lumOff val="80000"/>
                  </a:schemeClr>
                </a:solidFill>
              </a:rPr>
              <a:t> technology</a:t>
            </a:r>
            <a:r>
              <a:rPr lang="en-IN" dirty="0" smtClean="0">
                <a:solidFill>
                  <a:schemeClr val="tx1">
                    <a:lumMod val="20000"/>
                    <a:lumOff val="80000"/>
                  </a:schemeClr>
                </a:solidFill>
              </a:rPr>
              <a:t>)</a:t>
            </a:r>
            <a:endParaRPr lang="en-IN" dirty="0">
              <a:solidFill>
                <a:schemeClr val="tx1">
                  <a:lumMod val="20000"/>
                  <a:lumOff val="80000"/>
                </a:schemeClr>
              </a:solidFill>
            </a:endParaRPr>
          </a:p>
          <a:p>
            <a:r>
              <a:rPr lang="en-IN" dirty="0" err="1">
                <a:solidFill>
                  <a:schemeClr val="tx1">
                    <a:lumMod val="20000"/>
                    <a:lumOff val="80000"/>
                  </a:schemeClr>
                </a:solidFill>
              </a:rPr>
              <a:t>Author:Ketki</a:t>
            </a:r>
            <a:r>
              <a:rPr lang="en-IN" dirty="0">
                <a:solidFill>
                  <a:schemeClr val="tx1">
                    <a:lumMod val="20000"/>
                    <a:lumOff val="80000"/>
                  </a:schemeClr>
                </a:solidFill>
              </a:rPr>
              <a:t> </a:t>
            </a:r>
            <a:r>
              <a:rPr lang="en-IN" dirty="0" err="1">
                <a:solidFill>
                  <a:schemeClr val="tx1">
                    <a:lumMod val="20000"/>
                    <a:lumOff val="80000"/>
                  </a:schemeClr>
                </a:solidFill>
              </a:rPr>
              <a:t>Kinkar</a:t>
            </a:r>
            <a:endParaRPr lang="en-IN" dirty="0">
              <a:solidFill>
                <a:schemeClr val="tx1">
                  <a:lumMod val="20000"/>
                  <a:lumOff val="80000"/>
                </a:schemeClr>
              </a:solidFill>
            </a:endParaRPr>
          </a:p>
          <a:p>
            <a:r>
              <a:rPr lang="en-IN" dirty="0">
                <a:solidFill>
                  <a:schemeClr val="tx1">
                    <a:lumMod val="20000"/>
                    <a:lumOff val="80000"/>
                  </a:schemeClr>
                </a:solidFill>
              </a:rPr>
              <a:t>Volume:9</a:t>
            </a:r>
          </a:p>
          <a:p>
            <a:r>
              <a:rPr lang="en-IN" dirty="0" err="1">
                <a:solidFill>
                  <a:schemeClr val="tx1">
                    <a:lumMod val="20000"/>
                    <a:lumOff val="80000"/>
                  </a:schemeClr>
                </a:solidFill>
              </a:rPr>
              <a:t>Issue:VII</a:t>
            </a:r>
            <a:endParaRPr lang="en-IN" dirty="0">
              <a:solidFill>
                <a:schemeClr val="tx1">
                  <a:lumMod val="20000"/>
                  <a:lumOff val="80000"/>
                </a:schemeClr>
              </a:solidFill>
            </a:endParaRPr>
          </a:p>
          <a:p>
            <a:r>
              <a:rPr lang="en-IN" dirty="0">
                <a:solidFill>
                  <a:schemeClr val="tx1">
                    <a:lumMod val="20000"/>
                    <a:lumOff val="80000"/>
                  </a:schemeClr>
                </a:solidFill>
              </a:rPr>
              <a:t>Month of </a:t>
            </a:r>
            <a:r>
              <a:rPr lang="en-IN" dirty="0" err="1">
                <a:solidFill>
                  <a:schemeClr val="tx1">
                    <a:lumMod val="20000"/>
                    <a:lumOff val="80000"/>
                  </a:schemeClr>
                </a:solidFill>
              </a:rPr>
              <a:t>Publication:July</a:t>
            </a:r>
            <a:r>
              <a:rPr lang="en-IN" dirty="0">
                <a:solidFill>
                  <a:schemeClr val="tx1">
                    <a:lumMod val="20000"/>
                    <a:lumOff val="80000"/>
                  </a:schemeClr>
                </a:solidFill>
              </a:rPr>
              <a:t> 2021</a:t>
            </a:r>
          </a:p>
          <a:p>
            <a:r>
              <a:rPr lang="en-IN" dirty="0" err="1">
                <a:solidFill>
                  <a:schemeClr val="tx1">
                    <a:lumMod val="20000"/>
                    <a:lumOff val="80000"/>
                  </a:schemeClr>
                </a:solidFill>
              </a:rPr>
              <a:t>link:https</a:t>
            </a:r>
            <a:r>
              <a:rPr lang="en-IN" dirty="0">
                <a:solidFill>
                  <a:schemeClr val="tx1">
                    <a:lumMod val="20000"/>
                    <a:lumOff val="80000"/>
                  </a:schemeClr>
                </a:solidFill>
              </a:rPr>
              <a:t>://www.researchgate.net/publication/353757917_Product_Recommendation_System_A_Systematic_Literature_Review</a:t>
            </a:r>
          </a:p>
          <a:p>
            <a:endParaRPr lang="en-IN" dirty="0">
              <a:solidFill>
                <a:schemeClr val="tx1">
                  <a:lumMod val="20000"/>
                  <a:lumOff val="80000"/>
                </a:schemeClr>
              </a:solidFill>
            </a:endParaRPr>
          </a:p>
          <a:p>
            <a:r>
              <a:rPr lang="en-IN" dirty="0">
                <a:solidFill>
                  <a:schemeClr val="tx1">
                    <a:lumMod val="20000"/>
                    <a:lumOff val="80000"/>
                  </a:schemeClr>
                </a:solidFill>
              </a:rPr>
              <a:t>2)Publisher Name : IJERT</a:t>
            </a:r>
          </a:p>
          <a:p>
            <a:r>
              <a:rPr lang="en-IN" dirty="0">
                <a:solidFill>
                  <a:schemeClr val="tx1">
                    <a:lumMod val="20000"/>
                    <a:lumOff val="80000"/>
                  </a:schemeClr>
                </a:solidFill>
              </a:rPr>
              <a:t>Authors : </a:t>
            </a:r>
            <a:r>
              <a:rPr lang="en-IN" dirty="0" err="1">
                <a:solidFill>
                  <a:schemeClr val="tx1">
                    <a:lumMod val="20000"/>
                    <a:lumOff val="80000"/>
                  </a:schemeClr>
                </a:solidFill>
              </a:rPr>
              <a:t>Varisht</a:t>
            </a:r>
            <a:r>
              <a:rPr lang="en-IN" dirty="0">
                <a:solidFill>
                  <a:schemeClr val="tx1">
                    <a:lumMod val="20000"/>
                    <a:lumOff val="80000"/>
                  </a:schemeClr>
                </a:solidFill>
              </a:rPr>
              <a:t> </a:t>
            </a:r>
            <a:r>
              <a:rPr lang="en-IN" dirty="0" err="1">
                <a:solidFill>
                  <a:schemeClr val="tx1">
                    <a:lumMod val="20000"/>
                    <a:lumOff val="80000"/>
                  </a:schemeClr>
                </a:solidFill>
              </a:rPr>
              <a:t>Ghedia</a:t>
            </a:r>
            <a:r>
              <a:rPr lang="en-IN" dirty="0">
                <a:solidFill>
                  <a:schemeClr val="tx1">
                    <a:lumMod val="20000"/>
                    <a:lumOff val="80000"/>
                  </a:schemeClr>
                </a:solidFill>
              </a:rPr>
              <a:t>, </a:t>
            </a:r>
            <a:r>
              <a:rPr lang="en-IN" dirty="0" err="1">
                <a:solidFill>
                  <a:schemeClr val="tx1">
                    <a:lumMod val="20000"/>
                    <a:lumOff val="80000"/>
                  </a:schemeClr>
                </a:solidFill>
              </a:rPr>
              <a:t>Gaurang</a:t>
            </a:r>
            <a:r>
              <a:rPr lang="en-IN" dirty="0">
                <a:solidFill>
                  <a:schemeClr val="tx1">
                    <a:lumMod val="20000"/>
                    <a:lumOff val="80000"/>
                  </a:schemeClr>
                </a:solidFill>
              </a:rPr>
              <a:t> </a:t>
            </a:r>
            <a:r>
              <a:rPr lang="en-IN" dirty="0" err="1">
                <a:solidFill>
                  <a:schemeClr val="tx1">
                    <a:lumMod val="20000"/>
                    <a:lumOff val="80000"/>
                  </a:schemeClr>
                </a:solidFill>
              </a:rPr>
              <a:t>Pansare</a:t>
            </a:r>
            <a:r>
              <a:rPr lang="en-IN" dirty="0">
                <a:solidFill>
                  <a:schemeClr val="tx1">
                    <a:lumMod val="20000"/>
                    <a:lumOff val="80000"/>
                  </a:schemeClr>
                </a:solidFill>
              </a:rPr>
              <a:t>, </a:t>
            </a:r>
            <a:r>
              <a:rPr lang="en-IN" dirty="0" err="1">
                <a:solidFill>
                  <a:schemeClr val="tx1">
                    <a:lumMod val="20000"/>
                    <a:lumOff val="80000"/>
                  </a:schemeClr>
                </a:solidFill>
              </a:rPr>
              <a:t>Dhaval</a:t>
            </a:r>
            <a:r>
              <a:rPr lang="en-IN" dirty="0">
                <a:solidFill>
                  <a:schemeClr val="tx1">
                    <a:lumMod val="20000"/>
                    <a:lumOff val="80000"/>
                  </a:schemeClr>
                </a:solidFill>
              </a:rPr>
              <a:t> Mehta, </a:t>
            </a:r>
            <a:r>
              <a:rPr lang="en-IN" dirty="0" err="1">
                <a:solidFill>
                  <a:schemeClr val="tx1">
                    <a:lumMod val="20000"/>
                    <a:lumOff val="80000"/>
                  </a:schemeClr>
                </a:solidFill>
              </a:rPr>
              <a:t>Prof.</a:t>
            </a:r>
            <a:r>
              <a:rPr lang="en-IN" dirty="0">
                <a:solidFill>
                  <a:schemeClr val="tx1">
                    <a:lumMod val="20000"/>
                    <a:lumOff val="80000"/>
                  </a:schemeClr>
                </a:solidFill>
              </a:rPr>
              <a:t> </a:t>
            </a:r>
            <a:r>
              <a:rPr lang="en-IN" dirty="0" err="1">
                <a:solidFill>
                  <a:schemeClr val="tx1">
                    <a:lumMod val="20000"/>
                    <a:lumOff val="80000"/>
                  </a:schemeClr>
                </a:solidFill>
              </a:rPr>
              <a:t>Amruta</a:t>
            </a:r>
            <a:r>
              <a:rPr lang="en-IN" dirty="0">
                <a:solidFill>
                  <a:schemeClr val="tx1">
                    <a:lumMod val="20000"/>
                    <a:lumOff val="80000"/>
                  </a:schemeClr>
                </a:solidFill>
              </a:rPr>
              <a:t> </a:t>
            </a:r>
            <a:r>
              <a:rPr lang="en-IN" dirty="0" err="1">
                <a:solidFill>
                  <a:schemeClr val="tx1">
                    <a:lumMod val="20000"/>
                    <a:lumOff val="80000"/>
                  </a:schemeClr>
                </a:solidFill>
              </a:rPr>
              <a:t>Mhatre</a:t>
            </a:r>
            <a:endParaRPr lang="en-IN" dirty="0">
              <a:solidFill>
                <a:schemeClr val="tx1">
                  <a:lumMod val="20000"/>
                  <a:lumOff val="80000"/>
                </a:schemeClr>
              </a:solidFill>
            </a:endParaRPr>
          </a:p>
          <a:p>
            <a:r>
              <a:rPr lang="en-IN" dirty="0">
                <a:solidFill>
                  <a:schemeClr val="tx1">
                    <a:lumMod val="20000"/>
                    <a:lumOff val="80000"/>
                  </a:schemeClr>
                </a:solidFill>
              </a:rPr>
              <a:t>Paper ID : IJERTCONV5IS01203</a:t>
            </a:r>
          </a:p>
          <a:p>
            <a:r>
              <a:rPr lang="en-IN" dirty="0">
                <a:solidFill>
                  <a:schemeClr val="tx1">
                    <a:lumMod val="20000"/>
                    <a:lumOff val="80000"/>
                  </a:schemeClr>
                </a:solidFill>
              </a:rPr>
              <a:t>Volume &amp; Issue : ICIATE – 2017 (Volume 5 – Issue 01)</a:t>
            </a:r>
          </a:p>
          <a:p>
            <a:r>
              <a:rPr lang="en-IN" dirty="0">
                <a:solidFill>
                  <a:schemeClr val="tx1">
                    <a:lumMod val="20000"/>
                    <a:lumOff val="80000"/>
                  </a:schemeClr>
                </a:solidFill>
              </a:rPr>
              <a:t>Published (First Online): 24-04-2018</a:t>
            </a:r>
          </a:p>
          <a:p>
            <a:r>
              <a:rPr lang="en-IN" dirty="0">
                <a:solidFill>
                  <a:schemeClr val="tx1">
                    <a:lumMod val="20000"/>
                    <a:lumOff val="80000"/>
                  </a:schemeClr>
                </a:solidFill>
              </a:rPr>
              <a:t>ISSN (Online) : 2278-0181</a:t>
            </a:r>
          </a:p>
          <a:p>
            <a:r>
              <a:rPr lang="en-IN" dirty="0" err="1">
                <a:solidFill>
                  <a:schemeClr val="tx1">
                    <a:lumMod val="20000"/>
                    <a:lumOff val="80000"/>
                  </a:schemeClr>
                </a:solidFill>
              </a:rPr>
              <a:t>link:https</a:t>
            </a:r>
            <a:r>
              <a:rPr lang="en-IN" dirty="0">
                <a:solidFill>
                  <a:schemeClr val="tx1">
                    <a:lumMod val="20000"/>
                    <a:lumOff val="80000"/>
                  </a:schemeClr>
                </a:solidFill>
              </a:rPr>
              <a:t>://www.ijert.org/study-of-recommendation-engines-for-e-commerce-websites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p47"/>
          <p:cNvSpPr txBox="1">
            <a:spLocks noGrp="1"/>
          </p:cNvSpPr>
          <p:nvPr>
            <p:ph type="title"/>
          </p:nvPr>
        </p:nvSpPr>
        <p:spPr>
          <a:xfrm>
            <a:off x="742204" y="373948"/>
            <a:ext cx="7947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dirty="0"/>
              <a:t>LITERATURE SURVEY</a:t>
            </a:r>
            <a:endParaRPr dirty="0"/>
          </a:p>
        </p:txBody>
      </p:sp>
      <p:sp>
        <p:nvSpPr>
          <p:cNvPr id="1300" name="Google Shape;1300;p47"/>
          <p:cNvSpPr/>
          <p:nvPr/>
        </p:nvSpPr>
        <p:spPr>
          <a:xfrm>
            <a:off x="1737030" y="432052"/>
            <a:ext cx="5752522" cy="456492"/>
          </a:xfrm>
          <a:prstGeom prst="rect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591184" y="1004752"/>
            <a:ext cx="7770089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tx1">
                    <a:lumMod val="20000"/>
                    <a:lumOff val="80000"/>
                  </a:schemeClr>
                </a:solidFill>
              </a:rPr>
              <a:t>3)IJARCCE </a:t>
            </a:r>
          </a:p>
          <a:p>
            <a:r>
              <a:rPr lang="en-IN" dirty="0">
                <a:solidFill>
                  <a:schemeClr val="tx1">
                    <a:lumMod val="20000"/>
                    <a:lumOff val="80000"/>
                  </a:schemeClr>
                </a:solidFill>
              </a:rPr>
              <a:t>International Journal of Advanced Research in Computer and Communication Engineering</a:t>
            </a:r>
          </a:p>
          <a:p>
            <a:r>
              <a:rPr lang="en-IN" dirty="0">
                <a:solidFill>
                  <a:schemeClr val="tx1">
                    <a:lumMod val="20000"/>
                    <a:lumOff val="80000"/>
                  </a:schemeClr>
                </a:solidFill>
              </a:rPr>
              <a:t>ISO 3297:2007 </a:t>
            </a:r>
            <a:r>
              <a:rPr lang="en-IN" dirty="0" smtClean="0">
                <a:solidFill>
                  <a:schemeClr val="tx1">
                    <a:lumMod val="20000"/>
                    <a:lumOff val="80000"/>
                  </a:schemeClr>
                </a:solidFill>
              </a:rPr>
              <a:t>Certified</a:t>
            </a:r>
            <a:endParaRPr lang="en-IN" dirty="0">
              <a:solidFill>
                <a:schemeClr val="tx1">
                  <a:lumMod val="20000"/>
                  <a:lumOff val="80000"/>
                </a:schemeClr>
              </a:solidFill>
            </a:endParaRPr>
          </a:p>
          <a:p>
            <a:r>
              <a:rPr lang="en-IN" dirty="0">
                <a:solidFill>
                  <a:schemeClr val="tx1">
                    <a:lumMod val="20000"/>
                    <a:lumOff val="80000"/>
                  </a:schemeClr>
                </a:solidFill>
              </a:rPr>
              <a:t>Recommendation Systems for E-Commerce:</a:t>
            </a:r>
          </a:p>
          <a:p>
            <a:r>
              <a:rPr lang="en-IN" dirty="0" err="1" smtClean="0">
                <a:solidFill>
                  <a:schemeClr val="tx1">
                    <a:lumMod val="20000"/>
                    <a:lumOff val="80000"/>
                  </a:schemeClr>
                </a:solidFill>
              </a:rPr>
              <a:t>Author:Priya</a:t>
            </a:r>
            <a:r>
              <a:rPr lang="en-IN" dirty="0" smtClean="0">
                <a:solidFill>
                  <a:schemeClr val="tx1">
                    <a:lumMod val="20000"/>
                    <a:lumOff val="80000"/>
                  </a:schemeClr>
                </a:solidFill>
              </a:rPr>
              <a:t> </a:t>
            </a:r>
            <a:r>
              <a:rPr lang="en-IN" dirty="0" err="1">
                <a:solidFill>
                  <a:schemeClr val="tx1">
                    <a:lumMod val="20000"/>
                    <a:lumOff val="80000"/>
                  </a:schemeClr>
                </a:solidFill>
              </a:rPr>
              <a:t>S,Mansoor</a:t>
            </a:r>
            <a:r>
              <a:rPr lang="en-IN" dirty="0">
                <a:solidFill>
                  <a:schemeClr val="tx1">
                    <a:lumMod val="20000"/>
                    <a:lumOff val="80000"/>
                  </a:schemeClr>
                </a:solidFill>
              </a:rPr>
              <a:t> </a:t>
            </a:r>
            <a:r>
              <a:rPr lang="en-IN" dirty="0" err="1">
                <a:solidFill>
                  <a:schemeClr val="tx1">
                    <a:lumMod val="20000"/>
                    <a:lumOff val="80000"/>
                  </a:schemeClr>
                </a:solidFill>
              </a:rPr>
              <a:t>Hussain</a:t>
            </a:r>
            <a:r>
              <a:rPr lang="en-IN" dirty="0">
                <a:solidFill>
                  <a:schemeClr val="tx1">
                    <a:lumMod val="20000"/>
                    <a:lumOff val="80000"/>
                  </a:schemeClr>
                </a:solidFill>
              </a:rPr>
              <a:t> D</a:t>
            </a:r>
          </a:p>
          <a:p>
            <a:r>
              <a:rPr lang="en-IN" dirty="0">
                <a:solidFill>
                  <a:schemeClr val="tx1">
                    <a:lumMod val="20000"/>
                    <a:lumOff val="80000"/>
                  </a:schemeClr>
                </a:solidFill>
              </a:rPr>
              <a:t>Volume: Vol. 6</a:t>
            </a:r>
          </a:p>
          <a:p>
            <a:r>
              <a:rPr lang="en-IN" dirty="0">
                <a:solidFill>
                  <a:schemeClr val="tx1">
                    <a:lumMod val="20000"/>
                    <a:lumOff val="80000"/>
                  </a:schemeClr>
                </a:solidFill>
              </a:rPr>
              <a:t>Issue: 4</a:t>
            </a:r>
          </a:p>
          <a:p>
            <a:r>
              <a:rPr lang="en-IN" dirty="0">
                <a:solidFill>
                  <a:schemeClr val="tx1">
                    <a:lumMod val="20000"/>
                    <a:lumOff val="80000"/>
                  </a:schemeClr>
                </a:solidFill>
              </a:rPr>
              <a:t>Published: April 2017</a:t>
            </a:r>
          </a:p>
          <a:p>
            <a:r>
              <a:rPr lang="en-IN" dirty="0" err="1">
                <a:solidFill>
                  <a:schemeClr val="tx1">
                    <a:lumMod val="20000"/>
                    <a:lumOff val="80000"/>
                  </a:schemeClr>
                </a:solidFill>
              </a:rPr>
              <a:t>link:https</a:t>
            </a:r>
            <a:r>
              <a:rPr lang="en-IN" dirty="0">
                <a:solidFill>
                  <a:schemeClr val="tx1">
                    <a:lumMod val="20000"/>
                    <a:lumOff val="80000"/>
                  </a:schemeClr>
                </a:solidFill>
              </a:rPr>
              <a:t>://ijarcce.com/upload/2017/april-17/IJARCCE%2096.pdf</a:t>
            </a:r>
          </a:p>
          <a:p>
            <a:endParaRPr lang="en-IN" dirty="0">
              <a:solidFill>
                <a:schemeClr val="tx1">
                  <a:lumMod val="20000"/>
                  <a:lumOff val="80000"/>
                </a:schemeClr>
              </a:solidFill>
            </a:endParaRPr>
          </a:p>
          <a:p>
            <a:r>
              <a:rPr lang="en-IN" dirty="0">
                <a:solidFill>
                  <a:schemeClr val="tx1">
                    <a:lumMod val="20000"/>
                    <a:lumOff val="80000"/>
                  </a:schemeClr>
                </a:solidFill>
              </a:rPr>
              <a:t>4)Computer Science &amp; Electronics Journals</a:t>
            </a:r>
          </a:p>
          <a:p>
            <a:r>
              <a:rPr lang="en-IN" dirty="0">
                <a:solidFill>
                  <a:schemeClr val="tx1">
                    <a:lumMod val="20000"/>
                    <a:lumOff val="80000"/>
                  </a:schemeClr>
                </a:solidFill>
              </a:rPr>
              <a:t>An Effective Product Recommendation </a:t>
            </a:r>
            <a:r>
              <a:rPr lang="en-IN" dirty="0" smtClean="0">
                <a:solidFill>
                  <a:schemeClr val="tx1">
                    <a:lumMod val="20000"/>
                    <a:lumOff val="80000"/>
                  </a:schemeClr>
                </a:solidFill>
              </a:rPr>
              <a:t>System for </a:t>
            </a:r>
            <a:r>
              <a:rPr lang="en-IN" dirty="0">
                <a:solidFill>
                  <a:schemeClr val="tx1">
                    <a:lumMod val="20000"/>
                    <a:lumOff val="80000"/>
                  </a:schemeClr>
                </a:solidFill>
              </a:rPr>
              <a:t>E-Commerce Website Using </a:t>
            </a:r>
            <a:r>
              <a:rPr lang="en-IN" dirty="0" err="1" smtClean="0">
                <a:solidFill>
                  <a:schemeClr val="tx1">
                    <a:lumMod val="20000"/>
                    <a:lumOff val="80000"/>
                  </a:schemeClr>
                </a:solidFill>
              </a:rPr>
              <a:t>HybridRecommendation</a:t>
            </a:r>
            <a:r>
              <a:rPr lang="en-IN" dirty="0" smtClean="0">
                <a:solidFill>
                  <a:schemeClr val="tx1">
                    <a:lumMod val="20000"/>
                    <a:lumOff val="80000"/>
                  </a:schemeClr>
                </a:solidFill>
              </a:rPr>
              <a:t> Systems</a:t>
            </a:r>
            <a:endParaRPr lang="en-IN" dirty="0">
              <a:solidFill>
                <a:schemeClr val="tx1">
                  <a:lumMod val="20000"/>
                  <a:lumOff val="80000"/>
                </a:schemeClr>
              </a:solidFill>
            </a:endParaRPr>
          </a:p>
          <a:p>
            <a:r>
              <a:rPr lang="en-IN" dirty="0" err="1">
                <a:solidFill>
                  <a:schemeClr val="tx1">
                    <a:lumMod val="20000"/>
                    <a:lumOff val="80000"/>
                  </a:schemeClr>
                </a:solidFill>
              </a:rPr>
              <a:t>Author:S</a:t>
            </a:r>
            <a:r>
              <a:rPr lang="en-IN" dirty="0">
                <a:solidFill>
                  <a:schemeClr val="tx1">
                    <a:lumMod val="20000"/>
                    <a:lumOff val="80000"/>
                  </a:schemeClr>
                </a:solidFill>
              </a:rPr>
              <a:t>. </a:t>
            </a:r>
            <a:r>
              <a:rPr lang="en-IN" dirty="0" err="1">
                <a:solidFill>
                  <a:schemeClr val="tx1">
                    <a:lumMod val="20000"/>
                    <a:lumOff val="80000"/>
                  </a:schemeClr>
                </a:solidFill>
              </a:rPr>
              <a:t>Shruthi</a:t>
            </a:r>
            <a:r>
              <a:rPr lang="en-IN" dirty="0">
                <a:solidFill>
                  <a:schemeClr val="tx1">
                    <a:lumMod val="20000"/>
                    <a:lumOff val="80000"/>
                  </a:schemeClr>
                </a:solidFill>
              </a:rPr>
              <a:t>, </a:t>
            </a:r>
            <a:r>
              <a:rPr lang="en-IN" dirty="0" err="1">
                <a:solidFill>
                  <a:schemeClr val="tx1">
                    <a:lumMod val="20000"/>
                    <a:lumOff val="80000"/>
                  </a:schemeClr>
                </a:solidFill>
              </a:rPr>
              <a:t>Dr.</a:t>
            </a:r>
            <a:r>
              <a:rPr lang="en-IN" dirty="0">
                <a:solidFill>
                  <a:schemeClr val="tx1">
                    <a:lumMod val="20000"/>
                    <a:lumOff val="80000"/>
                  </a:schemeClr>
                </a:solidFill>
              </a:rPr>
              <a:t> J. </a:t>
            </a:r>
            <a:r>
              <a:rPr lang="en-IN" dirty="0" err="1">
                <a:solidFill>
                  <a:schemeClr val="tx1">
                    <a:lumMod val="20000"/>
                    <a:lumOff val="80000"/>
                  </a:schemeClr>
                </a:solidFill>
              </a:rPr>
              <a:t>Viji</a:t>
            </a:r>
            <a:r>
              <a:rPr lang="en-IN" dirty="0">
                <a:solidFill>
                  <a:schemeClr val="tx1">
                    <a:lumMod val="20000"/>
                    <a:lumOff val="80000"/>
                  </a:schemeClr>
                </a:solidFill>
              </a:rPr>
              <a:t> </a:t>
            </a:r>
            <a:r>
              <a:rPr lang="en-IN" dirty="0" err="1">
                <a:solidFill>
                  <a:schemeClr val="tx1">
                    <a:lumMod val="20000"/>
                    <a:lumOff val="80000"/>
                  </a:schemeClr>
                </a:solidFill>
              </a:rPr>
              <a:t>Gripsy</a:t>
            </a:r>
            <a:endParaRPr lang="en-IN" dirty="0">
              <a:solidFill>
                <a:schemeClr val="tx1">
                  <a:lumMod val="20000"/>
                  <a:lumOff val="80000"/>
                </a:schemeClr>
              </a:solidFill>
            </a:endParaRPr>
          </a:p>
          <a:p>
            <a:r>
              <a:rPr lang="en-IN" dirty="0">
                <a:solidFill>
                  <a:schemeClr val="tx1">
                    <a:lumMod val="20000"/>
                    <a:lumOff val="80000"/>
                  </a:schemeClr>
                </a:solidFill>
              </a:rPr>
              <a:t>Volume:8 </a:t>
            </a:r>
          </a:p>
          <a:p>
            <a:r>
              <a:rPr lang="en-IN" dirty="0">
                <a:solidFill>
                  <a:schemeClr val="tx1">
                    <a:lumMod val="20000"/>
                    <a:lumOff val="80000"/>
                  </a:schemeClr>
                </a:solidFill>
              </a:rPr>
              <a:t> Issue :2</a:t>
            </a:r>
          </a:p>
          <a:p>
            <a:r>
              <a:rPr lang="en-IN" dirty="0">
                <a:solidFill>
                  <a:schemeClr val="tx1">
                    <a:lumMod val="20000"/>
                    <a:lumOff val="80000"/>
                  </a:schemeClr>
                </a:solidFill>
              </a:rPr>
              <a:t>Published: March 2017 - Sept 2017</a:t>
            </a:r>
          </a:p>
          <a:p>
            <a:r>
              <a:rPr lang="en-IN" dirty="0" err="1">
                <a:solidFill>
                  <a:schemeClr val="tx1">
                    <a:lumMod val="20000"/>
                    <a:lumOff val="80000"/>
                  </a:schemeClr>
                </a:solidFill>
              </a:rPr>
              <a:t>link:http</a:t>
            </a:r>
            <a:r>
              <a:rPr lang="en-IN" dirty="0">
                <a:solidFill>
                  <a:schemeClr val="tx1">
                    <a:lumMod val="20000"/>
                    <a:lumOff val="80000"/>
                  </a:schemeClr>
                </a:solidFill>
              </a:rPr>
              <a:t>://csjournals.com/IJCSC/PDF8-2/14.%20Shruti.pdf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3933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2485664794"/>
              </p:ext>
            </p:extLst>
          </p:nvPr>
        </p:nvGraphicFramePr>
        <p:xfrm>
          <a:off x="1260909" y="1076730"/>
          <a:ext cx="7199697" cy="34182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3" name="Straight Arrow Connector 2"/>
          <p:cNvCxnSpPr/>
          <p:nvPr/>
        </p:nvCxnSpPr>
        <p:spPr>
          <a:xfrm flipH="1">
            <a:off x="5084064" y="3679546"/>
            <a:ext cx="497434" cy="512064"/>
          </a:xfrm>
          <a:prstGeom prst="straightConnector1">
            <a:avLst/>
          </a:prstGeom>
          <a:ln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5713171" y="3679546"/>
            <a:ext cx="526695" cy="460857"/>
          </a:xfrm>
          <a:prstGeom prst="straightConnector1">
            <a:avLst/>
          </a:prstGeom>
          <a:ln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424397" y="4235501"/>
            <a:ext cx="1157101" cy="4901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b="1" dirty="0" smtClean="0"/>
              <a:t>Item-based</a:t>
            </a:r>
            <a:endParaRPr lang="en-IN" b="1" dirty="0"/>
          </a:p>
        </p:txBody>
      </p:sp>
      <p:sp>
        <p:nvSpPr>
          <p:cNvPr id="13" name="Rectangle 12"/>
          <p:cNvSpPr/>
          <p:nvPr/>
        </p:nvSpPr>
        <p:spPr>
          <a:xfrm>
            <a:off x="5886135" y="4191610"/>
            <a:ext cx="1385173" cy="5340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b="1" dirty="0" smtClean="0"/>
              <a:t>User-based</a:t>
            </a:r>
            <a:endParaRPr lang="en-IN" b="1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9539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Google Shape;1513;p53"/>
          <p:cNvSpPr txBox="1">
            <a:spLocks noGrp="1"/>
          </p:cNvSpPr>
          <p:nvPr>
            <p:ph type="title"/>
          </p:nvPr>
        </p:nvSpPr>
        <p:spPr>
          <a:xfrm>
            <a:off x="598500" y="504030"/>
            <a:ext cx="7947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fontAlgn="base"/>
            <a:r>
              <a:rPr lang="en-IN" dirty="0"/>
              <a:t>Popularity </a:t>
            </a:r>
            <a:r>
              <a:rPr lang="en-IN" dirty="0" smtClean="0"/>
              <a:t>based Approach</a:t>
            </a:r>
            <a:endParaRPr lang="en-IN" dirty="0"/>
          </a:p>
        </p:txBody>
      </p:sp>
      <p:sp>
        <p:nvSpPr>
          <p:cNvPr id="1514" name="Google Shape;1514;p53"/>
          <p:cNvSpPr/>
          <p:nvPr/>
        </p:nvSpPr>
        <p:spPr>
          <a:xfrm>
            <a:off x="0" y="1260808"/>
            <a:ext cx="9187851" cy="3403111"/>
          </a:xfrm>
          <a:prstGeom prst="rect">
            <a:avLst/>
          </a:prstGeom>
          <a:solidFill>
            <a:schemeClr val="dk1"/>
          </a:solidFill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31" name="Google Shape;1531;p53"/>
          <p:cNvGrpSpPr/>
          <p:nvPr/>
        </p:nvGrpSpPr>
        <p:grpSpPr>
          <a:xfrm>
            <a:off x="5604332" y="2646069"/>
            <a:ext cx="2507333" cy="785854"/>
            <a:chOff x="238125" y="1781200"/>
            <a:chExt cx="7143400" cy="2238900"/>
          </a:xfrm>
        </p:grpSpPr>
        <p:sp>
          <p:nvSpPr>
            <p:cNvPr id="1532" name="Google Shape;1532;p53"/>
            <p:cNvSpPr/>
            <p:nvPr/>
          </p:nvSpPr>
          <p:spPr>
            <a:xfrm>
              <a:off x="238125" y="2096250"/>
              <a:ext cx="7143400" cy="1923850"/>
            </a:xfrm>
            <a:custGeom>
              <a:avLst/>
              <a:gdLst/>
              <a:ahLst/>
              <a:cxnLst/>
              <a:rect l="l" t="t" r="r" b="b"/>
              <a:pathLst>
                <a:path w="285736" h="76954" extrusionOk="0">
                  <a:moveTo>
                    <a:pt x="0" y="0"/>
                  </a:moveTo>
                  <a:lnTo>
                    <a:pt x="0" y="76953"/>
                  </a:lnTo>
                  <a:lnTo>
                    <a:pt x="285735" y="76953"/>
                  </a:lnTo>
                  <a:lnTo>
                    <a:pt x="285735" y="0"/>
                  </a:lnTo>
                  <a:lnTo>
                    <a:pt x="277084" y="0"/>
                  </a:lnTo>
                  <a:lnTo>
                    <a:pt x="277084" y="2791"/>
                  </a:lnTo>
                  <a:lnTo>
                    <a:pt x="282945" y="2791"/>
                  </a:lnTo>
                  <a:lnTo>
                    <a:pt x="282945" y="74163"/>
                  </a:lnTo>
                  <a:lnTo>
                    <a:pt x="2790" y="74163"/>
                  </a:lnTo>
                  <a:lnTo>
                    <a:pt x="2790" y="2791"/>
                  </a:lnTo>
                  <a:lnTo>
                    <a:pt x="36345" y="2791"/>
                  </a:lnTo>
                  <a:lnTo>
                    <a:pt x="36345" y="0"/>
                  </a:ln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53"/>
            <p:cNvSpPr/>
            <p:nvPr/>
          </p:nvSpPr>
          <p:spPr>
            <a:xfrm>
              <a:off x="1410450" y="1820475"/>
              <a:ext cx="465350" cy="861900"/>
            </a:xfrm>
            <a:custGeom>
              <a:avLst/>
              <a:gdLst/>
              <a:ahLst/>
              <a:cxnLst/>
              <a:rect l="l" t="t" r="r" b="b"/>
              <a:pathLst>
                <a:path w="18614" h="34476" extrusionOk="0">
                  <a:moveTo>
                    <a:pt x="1" y="0"/>
                  </a:moveTo>
                  <a:lnTo>
                    <a:pt x="1" y="34475"/>
                  </a:lnTo>
                  <a:lnTo>
                    <a:pt x="983" y="34475"/>
                  </a:lnTo>
                  <a:lnTo>
                    <a:pt x="983" y="18073"/>
                  </a:lnTo>
                  <a:lnTo>
                    <a:pt x="16698" y="18073"/>
                  </a:lnTo>
                  <a:lnTo>
                    <a:pt x="16698" y="17139"/>
                  </a:lnTo>
                  <a:lnTo>
                    <a:pt x="984" y="17139"/>
                  </a:lnTo>
                  <a:lnTo>
                    <a:pt x="984" y="935"/>
                  </a:lnTo>
                  <a:lnTo>
                    <a:pt x="18613" y="935"/>
                  </a:lnTo>
                  <a:lnTo>
                    <a:pt x="18613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53"/>
            <p:cNvSpPr/>
            <p:nvPr/>
          </p:nvSpPr>
          <p:spPr>
            <a:xfrm>
              <a:off x="1967850" y="1781200"/>
              <a:ext cx="716975" cy="901125"/>
            </a:xfrm>
            <a:custGeom>
              <a:avLst/>
              <a:gdLst/>
              <a:ahLst/>
              <a:cxnLst/>
              <a:rect l="l" t="t" r="r" b="b"/>
              <a:pathLst>
                <a:path w="28679" h="36045" extrusionOk="0">
                  <a:moveTo>
                    <a:pt x="14334" y="2356"/>
                  </a:moveTo>
                  <a:lnTo>
                    <a:pt x="22165" y="22247"/>
                  </a:lnTo>
                  <a:lnTo>
                    <a:pt x="6450" y="22247"/>
                  </a:lnTo>
                  <a:lnTo>
                    <a:pt x="14334" y="2356"/>
                  </a:lnTo>
                  <a:close/>
                  <a:moveTo>
                    <a:pt x="14289" y="0"/>
                  </a:moveTo>
                  <a:lnTo>
                    <a:pt x="0" y="36045"/>
                  </a:lnTo>
                  <a:lnTo>
                    <a:pt x="982" y="36045"/>
                  </a:lnTo>
                  <a:lnTo>
                    <a:pt x="6100" y="23130"/>
                  </a:lnTo>
                  <a:lnTo>
                    <a:pt x="22513" y="23130"/>
                  </a:lnTo>
                  <a:lnTo>
                    <a:pt x="27597" y="36045"/>
                  </a:lnTo>
                  <a:lnTo>
                    <a:pt x="28679" y="36045"/>
                  </a:lnTo>
                  <a:lnTo>
                    <a:pt x="14389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53"/>
            <p:cNvSpPr/>
            <p:nvPr/>
          </p:nvSpPr>
          <p:spPr>
            <a:xfrm>
              <a:off x="2835800" y="1815600"/>
              <a:ext cx="525450" cy="876550"/>
            </a:xfrm>
            <a:custGeom>
              <a:avLst/>
              <a:gdLst/>
              <a:ahLst/>
              <a:cxnLst/>
              <a:rect l="l" t="t" r="r" b="b"/>
              <a:pathLst>
                <a:path w="21018" h="35062" extrusionOk="0">
                  <a:moveTo>
                    <a:pt x="10753" y="0"/>
                  </a:moveTo>
                  <a:cubicBezTo>
                    <a:pt x="9019" y="0"/>
                    <a:pt x="7456" y="327"/>
                    <a:pt x="6063" y="982"/>
                  </a:cubicBezTo>
                  <a:cubicBezTo>
                    <a:pt x="4672" y="1636"/>
                    <a:pt x="3567" y="2536"/>
                    <a:pt x="2750" y="3682"/>
                  </a:cubicBezTo>
                  <a:cubicBezTo>
                    <a:pt x="1930" y="4829"/>
                    <a:pt x="1522" y="6172"/>
                    <a:pt x="1522" y="7709"/>
                  </a:cubicBezTo>
                  <a:cubicBezTo>
                    <a:pt x="1522" y="8921"/>
                    <a:pt x="1784" y="9969"/>
                    <a:pt x="2307" y="10852"/>
                  </a:cubicBezTo>
                  <a:cubicBezTo>
                    <a:pt x="2832" y="11736"/>
                    <a:pt x="3526" y="12489"/>
                    <a:pt x="4394" y="13111"/>
                  </a:cubicBezTo>
                  <a:cubicBezTo>
                    <a:pt x="5262" y="13732"/>
                    <a:pt x="6236" y="14280"/>
                    <a:pt x="7316" y="14757"/>
                  </a:cubicBezTo>
                  <a:cubicBezTo>
                    <a:pt x="8395" y="15231"/>
                    <a:pt x="9509" y="15665"/>
                    <a:pt x="10655" y="16058"/>
                  </a:cubicBezTo>
                  <a:cubicBezTo>
                    <a:pt x="12185" y="16628"/>
                    <a:pt x="13684" y="17276"/>
                    <a:pt x="15150" y="17997"/>
                  </a:cubicBezTo>
                  <a:cubicBezTo>
                    <a:pt x="16573" y="18699"/>
                    <a:pt x="17744" y="19632"/>
                    <a:pt x="18659" y="20796"/>
                  </a:cubicBezTo>
                  <a:cubicBezTo>
                    <a:pt x="19577" y="21960"/>
                    <a:pt x="20036" y="23506"/>
                    <a:pt x="20036" y="25436"/>
                  </a:cubicBezTo>
                  <a:cubicBezTo>
                    <a:pt x="20034" y="27400"/>
                    <a:pt x="19568" y="29029"/>
                    <a:pt x="18636" y="30322"/>
                  </a:cubicBezTo>
                  <a:cubicBezTo>
                    <a:pt x="17702" y="31614"/>
                    <a:pt x="16499" y="32580"/>
                    <a:pt x="15026" y="33219"/>
                  </a:cubicBezTo>
                  <a:cubicBezTo>
                    <a:pt x="13579" y="33850"/>
                    <a:pt x="12019" y="34176"/>
                    <a:pt x="10442" y="34176"/>
                  </a:cubicBezTo>
                  <a:cubicBezTo>
                    <a:pt x="10431" y="34176"/>
                    <a:pt x="10421" y="34176"/>
                    <a:pt x="10410" y="34176"/>
                  </a:cubicBezTo>
                  <a:cubicBezTo>
                    <a:pt x="10405" y="34176"/>
                    <a:pt x="10400" y="34176"/>
                    <a:pt x="10395" y="34176"/>
                  </a:cubicBezTo>
                  <a:cubicBezTo>
                    <a:pt x="9094" y="34176"/>
                    <a:pt x="7801" y="33986"/>
                    <a:pt x="6554" y="33612"/>
                  </a:cubicBezTo>
                  <a:cubicBezTo>
                    <a:pt x="5294" y="33237"/>
                    <a:pt x="4139" y="32778"/>
                    <a:pt x="3093" y="32237"/>
                  </a:cubicBezTo>
                  <a:cubicBezTo>
                    <a:pt x="2045" y="31697"/>
                    <a:pt x="1179" y="31181"/>
                    <a:pt x="491" y="30690"/>
                  </a:cubicBezTo>
                  <a:lnTo>
                    <a:pt x="0" y="31575"/>
                  </a:lnTo>
                  <a:cubicBezTo>
                    <a:pt x="425" y="31837"/>
                    <a:pt x="1113" y="32246"/>
                    <a:pt x="2062" y="32802"/>
                  </a:cubicBezTo>
                  <a:cubicBezTo>
                    <a:pt x="3011" y="33360"/>
                    <a:pt x="4205" y="33876"/>
                    <a:pt x="5647" y="34349"/>
                  </a:cubicBezTo>
                  <a:cubicBezTo>
                    <a:pt x="7088" y="34824"/>
                    <a:pt x="8741" y="35061"/>
                    <a:pt x="10606" y="35061"/>
                  </a:cubicBezTo>
                  <a:cubicBezTo>
                    <a:pt x="12572" y="35061"/>
                    <a:pt x="14339" y="34669"/>
                    <a:pt x="15910" y="33883"/>
                  </a:cubicBezTo>
                  <a:cubicBezTo>
                    <a:pt x="17481" y="33096"/>
                    <a:pt x="18725" y="31982"/>
                    <a:pt x="19641" y="30543"/>
                  </a:cubicBezTo>
                  <a:cubicBezTo>
                    <a:pt x="20559" y="29104"/>
                    <a:pt x="21017" y="27385"/>
                    <a:pt x="21017" y="25387"/>
                  </a:cubicBezTo>
                  <a:cubicBezTo>
                    <a:pt x="21017" y="23816"/>
                    <a:pt x="20741" y="22483"/>
                    <a:pt x="20182" y="21385"/>
                  </a:cubicBezTo>
                  <a:cubicBezTo>
                    <a:pt x="19625" y="20289"/>
                    <a:pt x="18872" y="19372"/>
                    <a:pt x="17924" y="18636"/>
                  </a:cubicBezTo>
                  <a:cubicBezTo>
                    <a:pt x="16974" y="17899"/>
                    <a:pt x="15926" y="17269"/>
                    <a:pt x="14780" y="16744"/>
                  </a:cubicBezTo>
                  <a:cubicBezTo>
                    <a:pt x="13634" y="16221"/>
                    <a:pt x="12472" y="15746"/>
                    <a:pt x="11294" y="15321"/>
                  </a:cubicBezTo>
                  <a:cubicBezTo>
                    <a:pt x="9755" y="14730"/>
                    <a:pt x="8323" y="14118"/>
                    <a:pt x="6997" y="13480"/>
                  </a:cubicBezTo>
                  <a:cubicBezTo>
                    <a:pt x="5672" y="12840"/>
                    <a:pt x="4592" y="12054"/>
                    <a:pt x="3757" y="11122"/>
                  </a:cubicBezTo>
                  <a:cubicBezTo>
                    <a:pt x="2921" y="10189"/>
                    <a:pt x="2503" y="9003"/>
                    <a:pt x="2503" y="7561"/>
                  </a:cubicBezTo>
                  <a:cubicBezTo>
                    <a:pt x="2505" y="5663"/>
                    <a:pt x="3267" y="4069"/>
                    <a:pt x="4788" y="2775"/>
                  </a:cubicBezTo>
                  <a:cubicBezTo>
                    <a:pt x="6309" y="1480"/>
                    <a:pt x="8330" y="834"/>
                    <a:pt x="10853" y="834"/>
                  </a:cubicBezTo>
                  <a:cubicBezTo>
                    <a:pt x="10858" y="834"/>
                    <a:pt x="10863" y="834"/>
                    <a:pt x="10869" y="834"/>
                  </a:cubicBezTo>
                  <a:cubicBezTo>
                    <a:pt x="12390" y="834"/>
                    <a:pt x="13905" y="1041"/>
                    <a:pt x="15371" y="1448"/>
                  </a:cubicBezTo>
                  <a:cubicBezTo>
                    <a:pt x="16844" y="1859"/>
                    <a:pt x="18038" y="2259"/>
                    <a:pt x="18955" y="2651"/>
                  </a:cubicBezTo>
                  <a:lnTo>
                    <a:pt x="19347" y="1914"/>
                  </a:lnTo>
                  <a:cubicBezTo>
                    <a:pt x="18169" y="1357"/>
                    <a:pt x="16753" y="899"/>
                    <a:pt x="15100" y="540"/>
                  </a:cubicBezTo>
                  <a:cubicBezTo>
                    <a:pt x="13447" y="179"/>
                    <a:pt x="11997" y="0"/>
                    <a:pt x="10753" y="0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53"/>
            <p:cNvSpPr/>
            <p:nvPr/>
          </p:nvSpPr>
          <p:spPr>
            <a:xfrm>
              <a:off x="3583425" y="1820475"/>
              <a:ext cx="611375" cy="861850"/>
            </a:xfrm>
            <a:custGeom>
              <a:avLst/>
              <a:gdLst/>
              <a:ahLst/>
              <a:cxnLst/>
              <a:rect l="l" t="t" r="r" b="b"/>
              <a:pathLst>
                <a:path w="24455" h="34474" extrusionOk="0">
                  <a:moveTo>
                    <a:pt x="1" y="0"/>
                  </a:moveTo>
                  <a:lnTo>
                    <a:pt x="1" y="34474"/>
                  </a:lnTo>
                  <a:lnTo>
                    <a:pt x="983" y="34474"/>
                  </a:lnTo>
                  <a:lnTo>
                    <a:pt x="983" y="17581"/>
                  </a:lnTo>
                  <a:lnTo>
                    <a:pt x="23473" y="17581"/>
                  </a:lnTo>
                  <a:lnTo>
                    <a:pt x="23473" y="34474"/>
                  </a:lnTo>
                  <a:lnTo>
                    <a:pt x="24455" y="34474"/>
                  </a:lnTo>
                  <a:lnTo>
                    <a:pt x="24455" y="0"/>
                  </a:lnTo>
                  <a:lnTo>
                    <a:pt x="23474" y="0"/>
                  </a:lnTo>
                  <a:lnTo>
                    <a:pt x="23474" y="16649"/>
                  </a:lnTo>
                  <a:lnTo>
                    <a:pt x="983" y="16649"/>
                  </a:lnTo>
                  <a:lnTo>
                    <a:pt x="983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53"/>
            <p:cNvSpPr/>
            <p:nvPr/>
          </p:nvSpPr>
          <p:spPr>
            <a:xfrm>
              <a:off x="4485725" y="1820475"/>
              <a:ext cx="24600" cy="861850"/>
            </a:xfrm>
            <a:custGeom>
              <a:avLst/>
              <a:gdLst/>
              <a:ahLst/>
              <a:cxnLst/>
              <a:rect l="l" t="t" r="r" b="b"/>
              <a:pathLst>
                <a:path w="984" h="34474" extrusionOk="0">
                  <a:moveTo>
                    <a:pt x="0" y="0"/>
                  </a:moveTo>
                  <a:lnTo>
                    <a:pt x="0" y="34474"/>
                  </a:lnTo>
                  <a:lnTo>
                    <a:pt x="984" y="34474"/>
                  </a:lnTo>
                  <a:lnTo>
                    <a:pt x="98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53"/>
            <p:cNvSpPr/>
            <p:nvPr/>
          </p:nvSpPr>
          <p:spPr>
            <a:xfrm>
              <a:off x="4747200" y="1810650"/>
              <a:ext cx="881475" cy="881500"/>
            </a:xfrm>
            <a:custGeom>
              <a:avLst/>
              <a:gdLst/>
              <a:ahLst/>
              <a:cxnLst/>
              <a:rect l="l" t="t" r="r" b="b"/>
              <a:pathLst>
                <a:path w="35259" h="35260" extrusionOk="0">
                  <a:moveTo>
                    <a:pt x="17581" y="934"/>
                  </a:moveTo>
                  <a:cubicBezTo>
                    <a:pt x="19872" y="934"/>
                    <a:pt x="22023" y="1377"/>
                    <a:pt x="24037" y="2260"/>
                  </a:cubicBezTo>
                  <a:cubicBezTo>
                    <a:pt x="26051" y="3144"/>
                    <a:pt x="27820" y="4355"/>
                    <a:pt x="29341" y="5893"/>
                  </a:cubicBezTo>
                  <a:cubicBezTo>
                    <a:pt x="30862" y="7432"/>
                    <a:pt x="32065" y="9208"/>
                    <a:pt x="32950" y="11222"/>
                  </a:cubicBezTo>
                  <a:cubicBezTo>
                    <a:pt x="33834" y="13236"/>
                    <a:pt x="34277" y="15388"/>
                    <a:pt x="34277" y="17679"/>
                  </a:cubicBezTo>
                  <a:cubicBezTo>
                    <a:pt x="34277" y="20005"/>
                    <a:pt x="33834" y="22174"/>
                    <a:pt x="32950" y="24186"/>
                  </a:cubicBezTo>
                  <a:cubicBezTo>
                    <a:pt x="32067" y="26200"/>
                    <a:pt x="30855" y="27967"/>
                    <a:pt x="29317" y="29490"/>
                  </a:cubicBezTo>
                  <a:cubicBezTo>
                    <a:pt x="27779" y="31011"/>
                    <a:pt x="25995" y="32198"/>
                    <a:pt x="23965" y="33049"/>
                  </a:cubicBezTo>
                  <a:cubicBezTo>
                    <a:pt x="21934" y="33901"/>
                    <a:pt x="19758" y="34327"/>
                    <a:pt x="17433" y="34327"/>
                  </a:cubicBezTo>
                  <a:cubicBezTo>
                    <a:pt x="15175" y="34326"/>
                    <a:pt x="13047" y="33901"/>
                    <a:pt x="11050" y="33049"/>
                  </a:cubicBezTo>
                  <a:cubicBezTo>
                    <a:pt x="9052" y="32198"/>
                    <a:pt x="7301" y="31012"/>
                    <a:pt x="5796" y="29490"/>
                  </a:cubicBezTo>
                  <a:cubicBezTo>
                    <a:pt x="4289" y="27967"/>
                    <a:pt x="3111" y="26200"/>
                    <a:pt x="2259" y="24187"/>
                  </a:cubicBezTo>
                  <a:cubicBezTo>
                    <a:pt x="1408" y="22174"/>
                    <a:pt x="983" y="20021"/>
                    <a:pt x="983" y="17729"/>
                  </a:cubicBezTo>
                  <a:cubicBezTo>
                    <a:pt x="983" y="15503"/>
                    <a:pt x="1401" y="13384"/>
                    <a:pt x="2234" y="11369"/>
                  </a:cubicBezTo>
                  <a:cubicBezTo>
                    <a:pt x="3058" y="9372"/>
                    <a:pt x="4249" y="7548"/>
                    <a:pt x="5747" y="5992"/>
                  </a:cubicBezTo>
                  <a:cubicBezTo>
                    <a:pt x="7252" y="4419"/>
                    <a:pt x="9012" y="3184"/>
                    <a:pt x="11025" y="2284"/>
                  </a:cubicBezTo>
                  <a:cubicBezTo>
                    <a:pt x="13038" y="1384"/>
                    <a:pt x="15223" y="934"/>
                    <a:pt x="17581" y="934"/>
                  </a:cubicBezTo>
                  <a:close/>
                  <a:moveTo>
                    <a:pt x="17581" y="0"/>
                  </a:moveTo>
                  <a:cubicBezTo>
                    <a:pt x="15159" y="0"/>
                    <a:pt x="12883" y="459"/>
                    <a:pt x="10755" y="1377"/>
                  </a:cubicBezTo>
                  <a:cubicBezTo>
                    <a:pt x="8626" y="2293"/>
                    <a:pt x="6760" y="3562"/>
                    <a:pt x="5157" y="5181"/>
                  </a:cubicBezTo>
                  <a:cubicBezTo>
                    <a:pt x="3553" y="6802"/>
                    <a:pt x="2293" y="8685"/>
                    <a:pt x="1376" y="10831"/>
                  </a:cubicBezTo>
                  <a:cubicBezTo>
                    <a:pt x="460" y="12975"/>
                    <a:pt x="1" y="15258"/>
                    <a:pt x="1" y="17679"/>
                  </a:cubicBezTo>
                  <a:cubicBezTo>
                    <a:pt x="1" y="20232"/>
                    <a:pt x="460" y="22581"/>
                    <a:pt x="1376" y="24725"/>
                  </a:cubicBezTo>
                  <a:cubicBezTo>
                    <a:pt x="2293" y="26871"/>
                    <a:pt x="3552" y="28728"/>
                    <a:pt x="5157" y="30299"/>
                  </a:cubicBezTo>
                  <a:cubicBezTo>
                    <a:pt x="6760" y="31871"/>
                    <a:pt x="8627" y="33092"/>
                    <a:pt x="10755" y="33958"/>
                  </a:cubicBezTo>
                  <a:cubicBezTo>
                    <a:pt x="12883" y="34826"/>
                    <a:pt x="15159" y="35259"/>
                    <a:pt x="17581" y="35259"/>
                  </a:cubicBezTo>
                  <a:cubicBezTo>
                    <a:pt x="17585" y="35259"/>
                    <a:pt x="17589" y="35259"/>
                    <a:pt x="17593" y="35259"/>
                  </a:cubicBezTo>
                  <a:cubicBezTo>
                    <a:pt x="20010" y="35259"/>
                    <a:pt x="22282" y="34801"/>
                    <a:pt x="24406" y="33885"/>
                  </a:cubicBezTo>
                  <a:cubicBezTo>
                    <a:pt x="26534" y="32969"/>
                    <a:pt x="28409" y="31707"/>
                    <a:pt x="30028" y="30104"/>
                  </a:cubicBezTo>
                  <a:cubicBezTo>
                    <a:pt x="31650" y="28499"/>
                    <a:pt x="32927" y="26632"/>
                    <a:pt x="33859" y="24505"/>
                  </a:cubicBezTo>
                  <a:cubicBezTo>
                    <a:pt x="34793" y="22379"/>
                    <a:pt x="35259" y="20103"/>
                    <a:pt x="35259" y="17679"/>
                  </a:cubicBezTo>
                  <a:cubicBezTo>
                    <a:pt x="35259" y="15258"/>
                    <a:pt x="34793" y="12975"/>
                    <a:pt x="33859" y="10831"/>
                  </a:cubicBezTo>
                  <a:cubicBezTo>
                    <a:pt x="32927" y="8685"/>
                    <a:pt x="31650" y="6802"/>
                    <a:pt x="30028" y="5181"/>
                  </a:cubicBezTo>
                  <a:cubicBezTo>
                    <a:pt x="28409" y="3562"/>
                    <a:pt x="26534" y="2293"/>
                    <a:pt x="24406" y="1377"/>
                  </a:cubicBezTo>
                  <a:cubicBezTo>
                    <a:pt x="22277" y="459"/>
                    <a:pt x="20002" y="0"/>
                    <a:pt x="17581" y="0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53"/>
            <p:cNvSpPr/>
            <p:nvPr/>
          </p:nvSpPr>
          <p:spPr>
            <a:xfrm>
              <a:off x="5864375" y="1807025"/>
              <a:ext cx="705950" cy="891275"/>
            </a:xfrm>
            <a:custGeom>
              <a:avLst/>
              <a:gdLst/>
              <a:ahLst/>
              <a:cxnLst/>
              <a:rect l="l" t="t" r="r" b="b"/>
              <a:pathLst>
                <a:path w="28238" h="35651" extrusionOk="0">
                  <a:moveTo>
                    <a:pt x="1" y="0"/>
                  </a:moveTo>
                  <a:lnTo>
                    <a:pt x="1" y="35012"/>
                  </a:lnTo>
                  <a:lnTo>
                    <a:pt x="983" y="35012"/>
                  </a:lnTo>
                  <a:lnTo>
                    <a:pt x="934" y="2607"/>
                  </a:lnTo>
                  <a:lnTo>
                    <a:pt x="934" y="2607"/>
                  </a:lnTo>
                  <a:lnTo>
                    <a:pt x="28186" y="35651"/>
                  </a:lnTo>
                  <a:lnTo>
                    <a:pt x="28237" y="35651"/>
                  </a:lnTo>
                  <a:lnTo>
                    <a:pt x="28237" y="538"/>
                  </a:lnTo>
                  <a:lnTo>
                    <a:pt x="27304" y="538"/>
                  </a:lnTo>
                  <a:lnTo>
                    <a:pt x="27304" y="33091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53"/>
            <p:cNvSpPr/>
            <p:nvPr/>
          </p:nvSpPr>
          <p:spPr>
            <a:xfrm>
              <a:off x="1386400" y="3019050"/>
              <a:ext cx="290600" cy="484775"/>
            </a:xfrm>
            <a:custGeom>
              <a:avLst/>
              <a:gdLst/>
              <a:ahLst/>
              <a:cxnLst/>
              <a:rect l="l" t="t" r="r" b="b"/>
              <a:pathLst>
                <a:path w="11624" h="19391" extrusionOk="0">
                  <a:moveTo>
                    <a:pt x="5946" y="0"/>
                  </a:moveTo>
                  <a:cubicBezTo>
                    <a:pt x="4987" y="0"/>
                    <a:pt x="4123" y="182"/>
                    <a:pt x="3353" y="544"/>
                  </a:cubicBezTo>
                  <a:cubicBezTo>
                    <a:pt x="2582" y="904"/>
                    <a:pt x="1971" y="1403"/>
                    <a:pt x="1520" y="2037"/>
                  </a:cubicBezTo>
                  <a:cubicBezTo>
                    <a:pt x="1068" y="2670"/>
                    <a:pt x="841" y="3413"/>
                    <a:pt x="841" y="4265"/>
                  </a:cubicBezTo>
                  <a:cubicBezTo>
                    <a:pt x="841" y="4935"/>
                    <a:pt x="986" y="5513"/>
                    <a:pt x="1277" y="6002"/>
                  </a:cubicBezTo>
                  <a:cubicBezTo>
                    <a:pt x="1568" y="6494"/>
                    <a:pt x="1962" y="6920"/>
                    <a:pt x="2430" y="7250"/>
                  </a:cubicBezTo>
                  <a:cubicBezTo>
                    <a:pt x="2911" y="7596"/>
                    <a:pt x="3448" y="7899"/>
                    <a:pt x="4045" y="8162"/>
                  </a:cubicBezTo>
                  <a:cubicBezTo>
                    <a:pt x="4643" y="8423"/>
                    <a:pt x="5257" y="8663"/>
                    <a:pt x="5890" y="8880"/>
                  </a:cubicBezTo>
                  <a:cubicBezTo>
                    <a:pt x="6761" y="9207"/>
                    <a:pt x="7589" y="9564"/>
                    <a:pt x="8376" y="9953"/>
                  </a:cubicBezTo>
                  <a:cubicBezTo>
                    <a:pt x="9163" y="10342"/>
                    <a:pt x="9810" y="10858"/>
                    <a:pt x="10317" y="11500"/>
                  </a:cubicBezTo>
                  <a:cubicBezTo>
                    <a:pt x="10824" y="12143"/>
                    <a:pt x="11078" y="12999"/>
                    <a:pt x="11078" y="14066"/>
                  </a:cubicBezTo>
                  <a:cubicBezTo>
                    <a:pt x="11081" y="15154"/>
                    <a:pt x="10823" y="16055"/>
                    <a:pt x="10306" y="16770"/>
                  </a:cubicBezTo>
                  <a:cubicBezTo>
                    <a:pt x="9788" y="17485"/>
                    <a:pt x="9123" y="18020"/>
                    <a:pt x="8310" y="18372"/>
                  </a:cubicBezTo>
                  <a:cubicBezTo>
                    <a:pt x="7508" y="18722"/>
                    <a:pt x="6643" y="18902"/>
                    <a:pt x="5767" y="18902"/>
                  </a:cubicBezTo>
                  <a:cubicBezTo>
                    <a:pt x="5764" y="18902"/>
                    <a:pt x="5760" y="18902"/>
                    <a:pt x="5757" y="18902"/>
                  </a:cubicBezTo>
                  <a:cubicBezTo>
                    <a:pt x="5036" y="18902"/>
                    <a:pt x="4318" y="18797"/>
                    <a:pt x="3626" y="18590"/>
                  </a:cubicBezTo>
                  <a:cubicBezTo>
                    <a:pt x="2928" y="18382"/>
                    <a:pt x="2291" y="18127"/>
                    <a:pt x="1710" y="17830"/>
                  </a:cubicBezTo>
                  <a:cubicBezTo>
                    <a:pt x="1130" y="17531"/>
                    <a:pt x="651" y="17246"/>
                    <a:pt x="271" y="16975"/>
                  </a:cubicBezTo>
                  <a:lnTo>
                    <a:pt x="0" y="17463"/>
                  </a:lnTo>
                  <a:cubicBezTo>
                    <a:pt x="235" y="17608"/>
                    <a:pt x="616" y="17834"/>
                    <a:pt x="1140" y="18142"/>
                  </a:cubicBezTo>
                  <a:cubicBezTo>
                    <a:pt x="1665" y="18450"/>
                    <a:pt x="2326" y="18734"/>
                    <a:pt x="3123" y="18996"/>
                  </a:cubicBezTo>
                  <a:cubicBezTo>
                    <a:pt x="3919" y="19259"/>
                    <a:pt x="4833" y="19390"/>
                    <a:pt x="5865" y="19390"/>
                  </a:cubicBezTo>
                  <a:cubicBezTo>
                    <a:pt x="6951" y="19390"/>
                    <a:pt x="7929" y="19174"/>
                    <a:pt x="8799" y="18738"/>
                  </a:cubicBezTo>
                  <a:cubicBezTo>
                    <a:pt x="9667" y="18305"/>
                    <a:pt x="10356" y="17689"/>
                    <a:pt x="10863" y="16892"/>
                  </a:cubicBezTo>
                  <a:cubicBezTo>
                    <a:pt x="11370" y="16095"/>
                    <a:pt x="11623" y="15145"/>
                    <a:pt x="11623" y="14040"/>
                  </a:cubicBezTo>
                  <a:cubicBezTo>
                    <a:pt x="11623" y="13171"/>
                    <a:pt x="11469" y="12434"/>
                    <a:pt x="11160" y="11827"/>
                  </a:cubicBezTo>
                  <a:cubicBezTo>
                    <a:pt x="10864" y="11233"/>
                    <a:pt x="10436" y="10713"/>
                    <a:pt x="9911" y="10306"/>
                  </a:cubicBezTo>
                  <a:cubicBezTo>
                    <a:pt x="9375" y="9891"/>
                    <a:pt x="8792" y="9541"/>
                    <a:pt x="8173" y="9261"/>
                  </a:cubicBezTo>
                  <a:cubicBezTo>
                    <a:pt x="7540" y="8971"/>
                    <a:pt x="6898" y="8708"/>
                    <a:pt x="6246" y="8474"/>
                  </a:cubicBezTo>
                  <a:cubicBezTo>
                    <a:pt x="5396" y="8147"/>
                    <a:pt x="4603" y="7808"/>
                    <a:pt x="3869" y="7455"/>
                  </a:cubicBezTo>
                  <a:cubicBezTo>
                    <a:pt x="3138" y="7102"/>
                    <a:pt x="2540" y="6667"/>
                    <a:pt x="2078" y="6151"/>
                  </a:cubicBezTo>
                  <a:cubicBezTo>
                    <a:pt x="1615" y="5635"/>
                    <a:pt x="1385" y="4979"/>
                    <a:pt x="1385" y="4183"/>
                  </a:cubicBezTo>
                  <a:cubicBezTo>
                    <a:pt x="1386" y="3132"/>
                    <a:pt x="1807" y="2248"/>
                    <a:pt x="2648" y="1535"/>
                  </a:cubicBezTo>
                  <a:cubicBezTo>
                    <a:pt x="3490" y="819"/>
                    <a:pt x="4606" y="462"/>
                    <a:pt x="6001" y="462"/>
                  </a:cubicBezTo>
                  <a:cubicBezTo>
                    <a:pt x="6846" y="462"/>
                    <a:pt x="7687" y="576"/>
                    <a:pt x="8500" y="802"/>
                  </a:cubicBezTo>
                  <a:cubicBezTo>
                    <a:pt x="9314" y="1028"/>
                    <a:pt x="9974" y="1250"/>
                    <a:pt x="10482" y="1467"/>
                  </a:cubicBezTo>
                  <a:lnTo>
                    <a:pt x="10698" y="1060"/>
                  </a:lnTo>
                  <a:cubicBezTo>
                    <a:pt x="10048" y="751"/>
                    <a:pt x="9264" y="497"/>
                    <a:pt x="8351" y="299"/>
                  </a:cubicBezTo>
                  <a:cubicBezTo>
                    <a:pt x="7436" y="100"/>
                    <a:pt x="6635" y="0"/>
                    <a:pt x="5946" y="0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53"/>
            <p:cNvSpPr/>
            <p:nvPr/>
          </p:nvSpPr>
          <p:spPr>
            <a:xfrm>
              <a:off x="1963450" y="3021750"/>
              <a:ext cx="309600" cy="476625"/>
            </a:xfrm>
            <a:custGeom>
              <a:avLst/>
              <a:gdLst/>
              <a:ahLst/>
              <a:cxnLst/>
              <a:rect l="l" t="t" r="r" b="b"/>
              <a:pathLst>
                <a:path w="12384" h="19065" extrusionOk="0">
                  <a:moveTo>
                    <a:pt x="0" y="1"/>
                  </a:moveTo>
                  <a:lnTo>
                    <a:pt x="0" y="517"/>
                  </a:lnTo>
                  <a:lnTo>
                    <a:pt x="5919" y="517"/>
                  </a:lnTo>
                  <a:lnTo>
                    <a:pt x="5919" y="19064"/>
                  </a:lnTo>
                  <a:lnTo>
                    <a:pt x="6463" y="19064"/>
                  </a:lnTo>
                  <a:lnTo>
                    <a:pt x="6463" y="517"/>
                  </a:lnTo>
                  <a:lnTo>
                    <a:pt x="12384" y="517"/>
                  </a:lnTo>
                  <a:lnTo>
                    <a:pt x="12384" y="1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53"/>
            <p:cNvSpPr/>
            <p:nvPr/>
          </p:nvSpPr>
          <p:spPr>
            <a:xfrm>
              <a:off x="2568350" y="3016325"/>
              <a:ext cx="487525" cy="487500"/>
            </a:xfrm>
            <a:custGeom>
              <a:avLst/>
              <a:gdLst/>
              <a:ahLst/>
              <a:cxnLst/>
              <a:rect l="l" t="t" r="r" b="b"/>
              <a:pathLst>
                <a:path w="19501" h="19500" extrusionOk="0">
                  <a:moveTo>
                    <a:pt x="9721" y="517"/>
                  </a:moveTo>
                  <a:cubicBezTo>
                    <a:pt x="10990" y="517"/>
                    <a:pt x="12180" y="760"/>
                    <a:pt x="13292" y="1249"/>
                  </a:cubicBezTo>
                  <a:cubicBezTo>
                    <a:pt x="14389" y="1727"/>
                    <a:pt x="15385" y="2409"/>
                    <a:pt x="16225" y="3259"/>
                  </a:cubicBezTo>
                  <a:cubicBezTo>
                    <a:pt x="17068" y="4109"/>
                    <a:pt x="17745" y="5108"/>
                    <a:pt x="18222" y="6206"/>
                  </a:cubicBezTo>
                  <a:cubicBezTo>
                    <a:pt x="18710" y="7320"/>
                    <a:pt x="18955" y="8510"/>
                    <a:pt x="18955" y="9777"/>
                  </a:cubicBezTo>
                  <a:cubicBezTo>
                    <a:pt x="18955" y="11062"/>
                    <a:pt x="18710" y="12263"/>
                    <a:pt x="18222" y="13375"/>
                  </a:cubicBezTo>
                  <a:cubicBezTo>
                    <a:pt x="17745" y="14471"/>
                    <a:pt x="17063" y="15466"/>
                    <a:pt x="16212" y="16308"/>
                  </a:cubicBezTo>
                  <a:cubicBezTo>
                    <a:pt x="15362" y="17150"/>
                    <a:pt x="14375" y="17807"/>
                    <a:pt x="13253" y="18277"/>
                  </a:cubicBezTo>
                  <a:cubicBezTo>
                    <a:pt x="12130" y="18748"/>
                    <a:pt x="10926" y="18984"/>
                    <a:pt x="9642" y="18984"/>
                  </a:cubicBezTo>
                  <a:cubicBezTo>
                    <a:pt x="8392" y="18984"/>
                    <a:pt x="7215" y="18748"/>
                    <a:pt x="6111" y="18277"/>
                  </a:cubicBezTo>
                  <a:cubicBezTo>
                    <a:pt x="5022" y="17817"/>
                    <a:pt x="4035" y="17147"/>
                    <a:pt x="3205" y="16308"/>
                  </a:cubicBezTo>
                  <a:cubicBezTo>
                    <a:pt x="2371" y="15465"/>
                    <a:pt x="1721" y="14487"/>
                    <a:pt x="1249" y="13375"/>
                  </a:cubicBezTo>
                  <a:cubicBezTo>
                    <a:pt x="778" y="12261"/>
                    <a:pt x="544" y="11071"/>
                    <a:pt x="544" y="9804"/>
                  </a:cubicBezTo>
                  <a:cubicBezTo>
                    <a:pt x="544" y="8573"/>
                    <a:pt x="774" y="7400"/>
                    <a:pt x="1235" y="6288"/>
                  </a:cubicBezTo>
                  <a:cubicBezTo>
                    <a:pt x="1691" y="5183"/>
                    <a:pt x="2349" y="4175"/>
                    <a:pt x="3177" y="3314"/>
                  </a:cubicBezTo>
                  <a:cubicBezTo>
                    <a:pt x="4011" y="2444"/>
                    <a:pt x="4984" y="1761"/>
                    <a:pt x="6097" y="1263"/>
                  </a:cubicBezTo>
                  <a:cubicBezTo>
                    <a:pt x="7209" y="766"/>
                    <a:pt x="8418" y="517"/>
                    <a:pt x="9721" y="517"/>
                  </a:cubicBezTo>
                  <a:close/>
                  <a:moveTo>
                    <a:pt x="9722" y="1"/>
                  </a:moveTo>
                  <a:cubicBezTo>
                    <a:pt x="8383" y="1"/>
                    <a:pt x="7124" y="254"/>
                    <a:pt x="5947" y="761"/>
                  </a:cubicBezTo>
                  <a:cubicBezTo>
                    <a:pt x="4772" y="1267"/>
                    <a:pt x="3739" y="1969"/>
                    <a:pt x="2852" y="2866"/>
                  </a:cubicBezTo>
                  <a:cubicBezTo>
                    <a:pt x="1964" y="3761"/>
                    <a:pt x="1266" y="4802"/>
                    <a:pt x="761" y="5987"/>
                  </a:cubicBezTo>
                  <a:cubicBezTo>
                    <a:pt x="254" y="7174"/>
                    <a:pt x="1" y="8438"/>
                    <a:pt x="1" y="9777"/>
                  </a:cubicBezTo>
                  <a:cubicBezTo>
                    <a:pt x="0" y="11190"/>
                    <a:pt x="254" y="12488"/>
                    <a:pt x="761" y="13674"/>
                  </a:cubicBezTo>
                  <a:cubicBezTo>
                    <a:pt x="1268" y="14860"/>
                    <a:pt x="1964" y="15887"/>
                    <a:pt x="2852" y="16758"/>
                  </a:cubicBezTo>
                  <a:cubicBezTo>
                    <a:pt x="3739" y="17627"/>
                    <a:pt x="4770" y="18301"/>
                    <a:pt x="5947" y="18780"/>
                  </a:cubicBezTo>
                  <a:cubicBezTo>
                    <a:pt x="7124" y="19259"/>
                    <a:pt x="8383" y="19499"/>
                    <a:pt x="9722" y="19499"/>
                  </a:cubicBezTo>
                  <a:cubicBezTo>
                    <a:pt x="11062" y="19499"/>
                    <a:pt x="12321" y="19246"/>
                    <a:pt x="13498" y="18739"/>
                  </a:cubicBezTo>
                  <a:cubicBezTo>
                    <a:pt x="14657" y="18244"/>
                    <a:pt x="15712" y="17534"/>
                    <a:pt x="16607" y="16648"/>
                  </a:cubicBezTo>
                  <a:cubicBezTo>
                    <a:pt x="17503" y="15759"/>
                    <a:pt x="18209" y="14728"/>
                    <a:pt x="18725" y="13551"/>
                  </a:cubicBezTo>
                  <a:cubicBezTo>
                    <a:pt x="19241" y="12376"/>
                    <a:pt x="19499" y="11117"/>
                    <a:pt x="19499" y="9777"/>
                  </a:cubicBezTo>
                  <a:cubicBezTo>
                    <a:pt x="19500" y="8436"/>
                    <a:pt x="19242" y="7173"/>
                    <a:pt x="18725" y="5987"/>
                  </a:cubicBezTo>
                  <a:cubicBezTo>
                    <a:pt x="18208" y="4803"/>
                    <a:pt x="17503" y="3763"/>
                    <a:pt x="16607" y="2866"/>
                  </a:cubicBezTo>
                  <a:cubicBezTo>
                    <a:pt x="15715" y="1972"/>
                    <a:pt x="14658" y="1258"/>
                    <a:pt x="13498" y="761"/>
                  </a:cubicBezTo>
                  <a:cubicBezTo>
                    <a:pt x="12321" y="254"/>
                    <a:pt x="11062" y="1"/>
                    <a:pt x="9722" y="1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53"/>
            <p:cNvSpPr/>
            <p:nvPr/>
          </p:nvSpPr>
          <p:spPr>
            <a:xfrm>
              <a:off x="3390500" y="3021750"/>
              <a:ext cx="285875" cy="476650"/>
            </a:xfrm>
            <a:custGeom>
              <a:avLst/>
              <a:gdLst/>
              <a:ahLst/>
              <a:cxnLst/>
              <a:rect l="l" t="t" r="r" b="b"/>
              <a:pathLst>
                <a:path w="11435" h="19066" extrusionOk="0">
                  <a:moveTo>
                    <a:pt x="3938" y="517"/>
                  </a:moveTo>
                  <a:cubicBezTo>
                    <a:pt x="4626" y="517"/>
                    <a:pt x="5269" y="625"/>
                    <a:pt x="5867" y="843"/>
                  </a:cubicBezTo>
                  <a:cubicBezTo>
                    <a:pt x="6447" y="1051"/>
                    <a:pt x="6982" y="1368"/>
                    <a:pt x="7441" y="1778"/>
                  </a:cubicBezTo>
                  <a:cubicBezTo>
                    <a:pt x="7895" y="2189"/>
                    <a:pt x="8262" y="2688"/>
                    <a:pt x="8515" y="3245"/>
                  </a:cubicBezTo>
                  <a:cubicBezTo>
                    <a:pt x="8777" y="3817"/>
                    <a:pt x="8908" y="4437"/>
                    <a:pt x="8908" y="5107"/>
                  </a:cubicBezTo>
                  <a:cubicBezTo>
                    <a:pt x="8906" y="5681"/>
                    <a:pt x="8819" y="6254"/>
                    <a:pt x="8650" y="6804"/>
                  </a:cubicBezTo>
                  <a:cubicBezTo>
                    <a:pt x="8476" y="7378"/>
                    <a:pt x="8184" y="7909"/>
                    <a:pt x="7794" y="8366"/>
                  </a:cubicBezTo>
                  <a:cubicBezTo>
                    <a:pt x="7396" y="8836"/>
                    <a:pt x="6849" y="9216"/>
                    <a:pt x="6151" y="9506"/>
                  </a:cubicBezTo>
                  <a:cubicBezTo>
                    <a:pt x="5455" y="9795"/>
                    <a:pt x="4563" y="9940"/>
                    <a:pt x="3477" y="9940"/>
                  </a:cubicBezTo>
                  <a:lnTo>
                    <a:pt x="543" y="9940"/>
                  </a:lnTo>
                  <a:lnTo>
                    <a:pt x="543" y="517"/>
                  </a:lnTo>
                  <a:close/>
                  <a:moveTo>
                    <a:pt x="0" y="1"/>
                  </a:moveTo>
                  <a:lnTo>
                    <a:pt x="0" y="19066"/>
                  </a:lnTo>
                  <a:lnTo>
                    <a:pt x="543" y="19066"/>
                  </a:lnTo>
                  <a:lnTo>
                    <a:pt x="543" y="10456"/>
                  </a:lnTo>
                  <a:lnTo>
                    <a:pt x="3557" y="10456"/>
                  </a:lnTo>
                  <a:cubicBezTo>
                    <a:pt x="3563" y="10456"/>
                    <a:pt x="3568" y="10456"/>
                    <a:pt x="3573" y="10456"/>
                  </a:cubicBezTo>
                  <a:cubicBezTo>
                    <a:pt x="4300" y="10456"/>
                    <a:pt x="4950" y="10389"/>
                    <a:pt x="5522" y="10254"/>
                  </a:cubicBezTo>
                  <a:lnTo>
                    <a:pt x="5522" y="10254"/>
                  </a:lnTo>
                  <a:lnTo>
                    <a:pt x="10809" y="19064"/>
                  </a:lnTo>
                  <a:lnTo>
                    <a:pt x="11434" y="19064"/>
                  </a:lnTo>
                  <a:lnTo>
                    <a:pt x="6056" y="10100"/>
                  </a:lnTo>
                  <a:lnTo>
                    <a:pt x="6056" y="10100"/>
                  </a:lnTo>
                  <a:cubicBezTo>
                    <a:pt x="6139" y="10071"/>
                    <a:pt x="6221" y="10041"/>
                    <a:pt x="6301" y="10009"/>
                  </a:cubicBezTo>
                  <a:cubicBezTo>
                    <a:pt x="7042" y="9710"/>
                    <a:pt x="7643" y="9307"/>
                    <a:pt x="8106" y="8800"/>
                  </a:cubicBezTo>
                  <a:cubicBezTo>
                    <a:pt x="8562" y="8303"/>
                    <a:pt x="8908" y="7715"/>
                    <a:pt x="9125" y="7076"/>
                  </a:cubicBezTo>
                  <a:cubicBezTo>
                    <a:pt x="9342" y="6433"/>
                    <a:pt x="9452" y="5759"/>
                    <a:pt x="9450" y="5079"/>
                  </a:cubicBezTo>
                  <a:cubicBezTo>
                    <a:pt x="9450" y="4138"/>
                    <a:pt x="9270" y="3346"/>
                    <a:pt x="8908" y="2703"/>
                  </a:cubicBezTo>
                  <a:cubicBezTo>
                    <a:pt x="8544" y="2061"/>
                    <a:pt x="8080" y="1541"/>
                    <a:pt x="7508" y="1141"/>
                  </a:cubicBezTo>
                  <a:cubicBezTo>
                    <a:pt x="6954" y="751"/>
                    <a:pt x="6340" y="458"/>
                    <a:pt x="5690" y="272"/>
                  </a:cubicBezTo>
                  <a:cubicBezTo>
                    <a:pt x="5046" y="92"/>
                    <a:pt x="4453" y="1"/>
                    <a:pt x="3910" y="1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53"/>
            <p:cNvSpPr/>
            <p:nvPr/>
          </p:nvSpPr>
          <p:spPr>
            <a:xfrm>
              <a:off x="4013725" y="3021750"/>
              <a:ext cx="293950" cy="476650"/>
            </a:xfrm>
            <a:custGeom>
              <a:avLst/>
              <a:gdLst/>
              <a:ahLst/>
              <a:cxnLst/>
              <a:rect l="l" t="t" r="r" b="b"/>
              <a:pathLst>
                <a:path w="11758" h="19066" extrusionOk="0">
                  <a:moveTo>
                    <a:pt x="0" y="1"/>
                  </a:moveTo>
                  <a:lnTo>
                    <a:pt x="0" y="19066"/>
                  </a:lnTo>
                  <a:lnTo>
                    <a:pt x="11758" y="19066"/>
                  </a:lnTo>
                  <a:lnTo>
                    <a:pt x="11758" y="18550"/>
                  </a:lnTo>
                  <a:lnTo>
                    <a:pt x="544" y="18550"/>
                  </a:lnTo>
                  <a:lnTo>
                    <a:pt x="544" y="9697"/>
                  </a:lnTo>
                  <a:lnTo>
                    <a:pt x="10320" y="9697"/>
                  </a:lnTo>
                  <a:lnTo>
                    <a:pt x="10320" y="9179"/>
                  </a:lnTo>
                  <a:lnTo>
                    <a:pt x="544" y="9179"/>
                  </a:lnTo>
                  <a:lnTo>
                    <a:pt x="544" y="517"/>
                  </a:lnTo>
                  <a:lnTo>
                    <a:pt x="11378" y="517"/>
                  </a:lnTo>
                  <a:lnTo>
                    <a:pt x="11378" y="1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53"/>
            <p:cNvSpPr/>
            <p:nvPr/>
          </p:nvSpPr>
          <p:spPr>
            <a:xfrm>
              <a:off x="4811850" y="3416125"/>
              <a:ext cx="2131725" cy="26175"/>
            </a:xfrm>
            <a:custGeom>
              <a:avLst/>
              <a:gdLst/>
              <a:ahLst/>
              <a:cxnLst/>
              <a:rect l="l" t="t" r="r" b="b"/>
              <a:pathLst>
                <a:path w="85269" h="1047" extrusionOk="0">
                  <a:moveTo>
                    <a:pt x="0" y="1"/>
                  </a:moveTo>
                  <a:lnTo>
                    <a:pt x="0" y="1047"/>
                  </a:lnTo>
                  <a:lnTo>
                    <a:pt x="85269" y="1047"/>
                  </a:lnTo>
                  <a:lnTo>
                    <a:pt x="85269" y="1"/>
                  </a:lnTo>
                  <a:close/>
                </a:path>
              </a:pathLst>
            </a:custGeom>
            <a:solidFill>
              <a:schemeClr val="accent4"/>
            </a:solidFill>
            <a:ln w="2857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53"/>
            <p:cNvSpPr/>
            <p:nvPr/>
          </p:nvSpPr>
          <p:spPr>
            <a:xfrm>
              <a:off x="5019950" y="2113175"/>
              <a:ext cx="336025" cy="260075"/>
            </a:xfrm>
            <a:custGeom>
              <a:avLst/>
              <a:gdLst/>
              <a:ahLst/>
              <a:cxnLst/>
              <a:rect l="l" t="t" r="r" b="b"/>
              <a:pathLst>
                <a:path w="13441" h="10403" extrusionOk="0">
                  <a:moveTo>
                    <a:pt x="6692" y="0"/>
                  </a:moveTo>
                  <a:cubicBezTo>
                    <a:pt x="0" y="0"/>
                    <a:pt x="34" y="10403"/>
                    <a:pt x="6748" y="10403"/>
                  </a:cubicBezTo>
                  <a:cubicBezTo>
                    <a:pt x="6748" y="10403"/>
                    <a:pt x="6749" y="10403"/>
                    <a:pt x="6749" y="10403"/>
                  </a:cubicBezTo>
                  <a:cubicBezTo>
                    <a:pt x="13441" y="10403"/>
                    <a:pt x="13405" y="0"/>
                    <a:pt x="6692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47" name="Google Shape;1547;p53"/>
          <p:cNvSpPr txBox="1">
            <a:spLocks noGrp="1"/>
          </p:cNvSpPr>
          <p:nvPr>
            <p:ph type="subTitle" idx="4294967295"/>
          </p:nvPr>
        </p:nvSpPr>
        <p:spPr>
          <a:xfrm>
            <a:off x="6450" y="1298339"/>
            <a:ext cx="6065166" cy="27323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Aft>
                <a:spcPts val="1600"/>
              </a:spcAft>
              <a:buNone/>
            </a:pPr>
            <a:r>
              <a:rPr lang="en-US" sz="1600" dirty="0"/>
              <a:t>The easiest type of recommendation system is based on item popularity</a:t>
            </a:r>
            <a:r>
              <a:rPr lang="en-US" sz="1600" dirty="0" smtClean="0"/>
              <a:t>.</a:t>
            </a:r>
          </a:p>
          <a:p>
            <a:r>
              <a:rPr lang="en-US" sz="1600" dirty="0"/>
              <a:t>Products with high no of orders can </a:t>
            </a:r>
            <a:r>
              <a:rPr lang="en-US" sz="1600" dirty="0" smtClean="0"/>
              <a:t>be considered </a:t>
            </a:r>
            <a:r>
              <a:rPr lang="en-US" sz="1600" dirty="0"/>
              <a:t>as most frequently purchased items</a:t>
            </a:r>
          </a:p>
          <a:p>
            <a:r>
              <a:rPr lang="en-US" sz="1600" dirty="0"/>
              <a:t># To find the most popular items, include the no of customers purchased and provide more weightage to products purchased by more </a:t>
            </a:r>
            <a:r>
              <a:rPr lang="en-US" sz="1600" dirty="0" smtClean="0"/>
              <a:t>customers</a:t>
            </a:r>
          </a:p>
          <a:p>
            <a:r>
              <a:rPr lang="en-US" sz="1600" dirty="0" smtClean="0"/>
              <a:t>Weighted </a:t>
            </a:r>
            <a:r>
              <a:rPr lang="en-US" sz="1600" dirty="0" err="1"/>
              <a:t>No_of_Orders</a:t>
            </a:r>
            <a:r>
              <a:rPr lang="en-US" sz="1600" dirty="0"/>
              <a:t> (W) = O * (C / M)</a:t>
            </a:r>
          </a:p>
          <a:p>
            <a:r>
              <a:rPr lang="en-US" sz="1600" dirty="0" smtClean="0"/>
              <a:t>O </a:t>
            </a:r>
            <a:r>
              <a:rPr lang="en-US" sz="1600" dirty="0"/>
              <a:t>= </a:t>
            </a:r>
            <a:r>
              <a:rPr lang="en-US" sz="1600" dirty="0" err="1"/>
              <a:t>No_of_Orders</a:t>
            </a:r>
            <a:endParaRPr lang="en-US" sz="1600" dirty="0"/>
          </a:p>
          <a:p>
            <a:r>
              <a:rPr lang="en-US" sz="1600" dirty="0" smtClean="0"/>
              <a:t> </a:t>
            </a:r>
            <a:r>
              <a:rPr lang="en-US" sz="1600" dirty="0"/>
              <a:t>C = </a:t>
            </a:r>
            <a:r>
              <a:rPr lang="en-US" sz="1600" dirty="0" err="1"/>
              <a:t>No_of_Customers</a:t>
            </a:r>
            <a:r>
              <a:rPr lang="en-US" sz="1600" dirty="0"/>
              <a:t> purchased the product</a:t>
            </a:r>
          </a:p>
          <a:p>
            <a:r>
              <a:rPr lang="en-US" sz="1600" dirty="0" smtClean="0"/>
              <a:t> </a:t>
            </a:r>
            <a:r>
              <a:rPr lang="en-US" sz="1600" dirty="0"/>
              <a:t>M = Maximum no of customers made transactions in the entire period</a:t>
            </a:r>
          </a:p>
          <a:p>
            <a:pPr marL="0" lvl="0" indent="0" algn="ctr">
              <a:spcAft>
                <a:spcPts val="1600"/>
              </a:spcAft>
              <a:buNone/>
            </a:pPr>
            <a:endParaRPr lang="en-US" sz="1600" dirty="0"/>
          </a:p>
          <a:p>
            <a:pPr marL="0" lvl="0" indent="0" algn="ctr">
              <a:spcAft>
                <a:spcPts val="1600"/>
              </a:spcAft>
              <a:buNone/>
            </a:pPr>
            <a:endParaRPr sz="1600" dirty="0"/>
          </a:p>
        </p:txBody>
      </p:sp>
      <p:sp>
        <p:nvSpPr>
          <p:cNvPr id="1548" name="Google Shape;1548;p53"/>
          <p:cNvSpPr txBox="1">
            <a:spLocks noGrp="1"/>
          </p:cNvSpPr>
          <p:nvPr>
            <p:ph type="subTitle" idx="4294967295"/>
          </p:nvPr>
        </p:nvSpPr>
        <p:spPr>
          <a:xfrm>
            <a:off x="4663675" y="4150450"/>
            <a:ext cx="1806000" cy="27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Aft>
                <a:spcPts val="1600"/>
              </a:spcAft>
              <a:buNone/>
            </a:pPr>
            <a:endParaRPr lang="en-IN" sz="1100" dirty="0">
              <a:solidFill>
                <a:schemeClr val="accent4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sz="1100" dirty="0">
              <a:solidFill>
                <a:schemeClr val="accent4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6675" y="2335593"/>
            <a:ext cx="2603654" cy="173261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Google Shape;1513;p53"/>
          <p:cNvSpPr txBox="1">
            <a:spLocks noGrp="1"/>
          </p:cNvSpPr>
          <p:nvPr>
            <p:ph type="title"/>
          </p:nvPr>
        </p:nvSpPr>
        <p:spPr>
          <a:xfrm>
            <a:off x="598500" y="504030"/>
            <a:ext cx="7947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fontAlgn="base"/>
            <a:r>
              <a:rPr lang="en-US" dirty="0" smtClean="0"/>
              <a:t>CUSTOMER BASED</a:t>
            </a:r>
            <a:endParaRPr lang="en-IN" dirty="0"/>
          </a:p>
        </p:txBody>
      </p:sp>
      <p:sp>
        <p:nvSpPr>
          <p:cNvPr id="1514" name="Google Shape;1514;p53"/>
          <p:cNvSpPr/>
          <p:nvPr/>
        </p:nvSpPr>
        <p:spPr>
          <a:xfrm>
            <a:off x="0" y="1185707"/>
            <a:ext cx="9546295" cy="3336342"/>
          </a:xfrm>
          <a:prstGeom prst="rect">
            <a:avLst/>
          </a:prstGeom>
          <a:solidFill>
            <a:schemeClr val="dk1"/>
          </a:solidFill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31" name="Google Shape;1531;p53"/>
          <p:cNvGrpSpPr/>
          <p:nvPr/>
        </p:nvGrpSpPr>
        <p:grpSpPr>
          <a:xfrm>
            <a:off x="5604332" y="2646069"/>
            <a:ext cx="2507333" cy="785854"/>
            <a:chOff x="238125" y="1781200"/>
            <a:chExt cx="7143400" cy="2238900"/>
          </a:xfrm>
        </p:grpSpPr>
        <p:sp>
          <p:nvSpPr>
            <p:cNvPr id="1532" name="Google Shape;1532;p53"/>
            <p:cNvSpPr/>
            <p:nvPr/>
          </p:nvSpPr>
          <p:spPr>
            <a:xfrm>
              <a:off x="238125" y="2096250"/>
              <a:ext cx="7143400" cy="1923850"/>
            </a:xfrm>
            <a:custGeom>
              <a:avLst/>
              <a:gdLst/>
              <a:ahLst/>
              <a:cxnLst/>
              <a:rect l="l" t="t" r="r" b="b"/>
              <a:pathLst>
                <a:path w="285736" h="76954" extrusionOk="0">
                  <a:moveTo>
                    <a:pt x="0" y="0"/>
                  </a:moveTo>
                  <a:lnTo>
                    <a:pt x="0" y="76953"/>
                  </a:lnTo>
                  <a:lnTo>
                    <a:pt x="285735" y="76953"/>
                  </a:lnTo>
                  <a:lnTo>
                    <a:pt x="285735" y="0"/>
                  </a:lnTo>
                  <a:lnTo>
                    <a:pt x="277084" y="0"/>
                  </a:lnTo>
                  <a:lnTo>
                    <a:pt x="277084" y="2791"/>
                  </a:lnTo>
                  <a:lnTo>
                    <a:pt x="282945" y="2791"/>
                  </a:lnTo>
                  <a:lnTo>
                    <a:pt x="282945" y="74163"/>
                  </a:lnTo>
                  <a:lnTo>
                    <a:pt x="2790" y="74163"/>
                  </a:lnTo>
                  <a:lnTo>
                    <a:pt x="2790" y="2791"/>
                  </a:lnTo>
                  <a:lnTo>
                    <a:pt x="36345" y="2791"/>
                  </a:lnTo>
                  <a:lnTo>
                    <a:pt x="36345" y="0"/>
                  </a:ln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53"/>
            <p:cNvSpPr/>
            <p:nvPr/>
          </p:nvSpPr>
          <p:spPr>
            <a:xfrm>
              <a:off x="1410450" y="1820475"/>
              <a:ext cx="465350" cy="861900"/>
            </a:xfrm>
            <a:custGeom>
              <a:avLst/>
              <a:gdLst/>
              <a:ahLst/>
              <a:cxnLst/>
              <a:rect l="l" t="t" r="r" b="b"/>
              <a:pathLst>
                <a:path w="18614" h="34476" extrusionOk="0">
                  <a:moveTo>
                    <a:pt x="1" y="0"/>
                  </a:moveTo>
                  <a:lnTo>
                    <a:pt x="1" y="34475"/>
                  </a:lnTo>
                  <a:lnTo>
                    <a:pt x="983" y="34475"/>
                  </a:lnTo>
                  <a:lnTo>
                    <a:pt x="983" y="18073"/>
                  </a:lnTo>
                  <a:lnTo>
                    <a:pt x="16698" y="18073"/>
                  </a:lnTo>
                  <a:lnTo>
                    <a:pt x="16698" y="17139"/>
                  </a:lnTo>
                  <a:lnTo>
                    <a:pt x="984" y="17139"/>
                  </a:lnTo>
                  <a:lnTo>
                    <a:pt x="984" y="935"/>
                  </a:lnTo>
                  <a:lnTo>
                    <a:pt x="18613" y="935"/>
                  </a:lnTo>
                  <a:lnTo>
                    <a:pt x="18613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53"/>
            <p:cNvSpPr/>
            <p:nvPr/>
          </p:nvSpPr>
          <p:spPr>
            <a:xfrm>
              <a:off x="1967850" y="1781200"/>
              <a:ext cx="716975" cy="901125"/>
            </a:xfrm>
            <a:custGeom>
              <a:avLst/>
              <a:gdLst/>
              <a:ahLst/>
              <a:cxnLst/>
              <a:rect l="l" t="t" r="r" b="b"/>
              <a:pathLst>
                <a:path w="28679" h="36045" extrusionOk="0">
                  <a:moveTo>
                    <a:pt x="14334" y="2356"/>
                  </a:moveTo>
                  <a:lnTo>
                    <a:pt x="22165" y="22247"/>
                  </a:lnTo>
                  <a:lnTo>
                    <a:pt x="6450" y="22247"/>
                  </a:lnTo>
                  <a:lnTo>
                    <a:pt x="14334" y="2356"/>
                  </a:lnTo>
                  <a:close/>
                  <a:moveTo>
                    <a:pt x="14289" y="0"/>
                  </a:moveTo>
                  <a:lnTo>
                    <a:pt x="0" y="36045"/>
                  </a:lnTo>
                  <a:lnTo>
                    <a:pt x="982" y="36045"/>
                  </a:lnTo>
                  <a:lnTo>
                    <a:pt x="6100" y="23130"/>
                  </a:lnTo>
                  <a:lnTo>
                    <a:pt x="22513" y="23130"/>
                  </a:lnTo>
                  <a:lnTo>
                    <a:pt x="27597" y="36045"/>
                  </a:lnTo>
                  <a:lnTo>
                    <a:pt x="28679" y="36045"/>
                  </a:lnTo>
                  <a:lnTo>
                    <a:pt x="14389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53"/>
            <p:cNvSpPr/>
            <p:nvPr/>
          </p:nvSpPr>
          <p:spPr>
            <a:xfrm>
              <a:off x="2835800" y="1815600"/>
              <a:ext cx="525450" cy="876550"/>
            </a:xfrm>
            <a:custGeom>
              <a:avLst/>
              <a:gdLst/>
              <a:ahLst/>
              <a:cxnLst/>
              <a:rect l="l" t="t" r="r" b="b"/>
              <a:pathLst>
                <a:path w="21018" h="35062" extrusionOk="0">
                  <a:moveTo>
                    <a:pt x="10753" y="0"/>
                  </a:moveTo>
                  <a:cubicBezTo>
                    <a:pt x="9019" y="0"/>
                    <a:pt x="7456" y="327"/>
                    <a:pt x="6063" y="982"/>
                  </a:cubicBezTo>
                  <a:cubicBezTo>
                    <a:pt x="4672" y="1636"/>
                    <a:pt x="3567" y="2536"/>
                    <a:pt x="2750" y="3682"/>
                  </a:cubicBezTo>
                  <a:cubicBezTo>
                    <a:pt x="1930" y="4829"/>
                    <a:pt x="1522" y="6172"/>
                    <a:pt x="1522" y="7709"/>
                  </a:cubicBezTo>
                  <a:cubicBezTo>
                    <a:pt x="1522" y="8921"/>
                    <a:pt x="1784" y="9969"/>
                    <a:pt x="2307" y="10852"/>
                  </a:cubicBezTo>
                  <a:cubicBezTo>
                    <a:pt x="2832" y="11736"/>
                    <a:pt x="3526" y="12489"/>
                    <a:pt x="4394" y="13111"/>
                  </a:cubicBezTo>
                  <a:cubicBezTo>
                    <a:pt x="5262" y="13732"/>
                    <a:pt x="6236" y="14280"/>
                    <a:pt x="7316" y="14757"/>
                  </a:cubicBezTo>
                  <a:cubicBezTo>
                    <a:pt x="8395" y="15231"/>
                    <a:pt x="9509" y="15665"/>
                    <a:pt x="10655" y="16058"/>
                  </a:cubicBezTo>
                  <a:cubicBezTo>
                    <a:pt x="12185" y="16628"/>
                    <a:pt x="13684" y="17276"/>
                    <a:pt x="15150" y="17997"/>
                  </a:cubicBezTo>
                  <a:cubicBezTo>
                    <a:pt x="16573" y="18699"/>
                    <a:pt x="17744" y="19632"/>
                    <a:pt x="18659" y="20796"/>
                  </a:cubicBezTo>
                  <a:cubicBezTo>
                    <a:pt x="19577" y="21960"/>
                    <a:pt x="20036" y="23506"/>
                    <a:pt x="20036" y="25436"/>
                  </a:cubicBezTo>
                  <a:cubicBezTo>
                    <a:pt x="20034" y="27400"/>
                    <a:pt x="19568" y="29029"/>
                    <a:pt x="18636" y="30322"/>
                  </a:cubicBezTo>
                  <a:cubicBezTo>
                    <a:pt x="17702" y="31614"/>
                    <a:pt x="16499" y="32580"/>
                    <a:pt x="15026" y="33219"/>
                  </a:cubicBezTo>
                  <a:cubicBezTo>
                    <a:pt x="13579" y="33850"/>
                    <a:pt x="12019" y="34176"/>
                    <a:pt x="10442" y="34176"/>
                  </a:cubicBezTo>
                  <a:cubicBezTo>
                    <a:pt x="10431" y="34176"/>
                    <a:pt x="10421" y="34176"/>
                    <a:pt x="10410" y="34176"/>
                  </a:cubicBezTo>
                  <a:cubicBezTo>
                    <a:pt x="10405" y="34176"/>
                    <a:pt x="10400" y="34176"/>
                    <a:pt x="10395" y="34176"/>
                  </a:cubicBezTo>
                  <a:cubicBezTo>
                    <a:pt x="9094" y="34176"/>
                    <a:pt x="7801" y="33986"/>
                    <a:pt x="6554" y="33612"/>
                  </a:cubicBezTo>
                  <a:cubicBezTo>
                    <a:pt x="5294" y="33237"/>
                    <a:pt x="4139" y="32778"/>
                    <a:pt x="3093" y="32237"/>
                  </a:cubicBezTo>
                  <a:cubicBezTo>
                    <a:pt x="2045" y="31697"/>
                    <a:pt x="1179" y="31181"/>
                    <a:pt x="491" y="30690"/>
                  </a:cubicBezTo>
                  <a:lnTo>
                    <a:pt x="0" y="31575"/>
                  </a:lnTo>
                  <a:cubicBezTo>
                    <a:pt x="425" y="31837"/>
                    <a:pt x="1113" y="32246"/>
                    <a:pt x="2062" y="32802"/>
                  </a:cubicBezTo>
                  <a:cubicBezTo>
                    <a:pt x="3011" y="33360"/>
                    <a:pt x="4205" y="33876"/>
                    <a:pt x="5647" y="34349"/>
                  </a:cubicBezTo>
                  <a:cubicBezTo>
                    <a:pt x="7088" y="34824"/>
                    <a:pt x="8741" y="35061"/>
                    <a:pt x="10606" y="35061"/>
                  </a:cubicBezTo>
                  <a:cubicBezTo>
                    <a:pt x="12572" y="35061"/>
                    <a:pt x="14339" y="34669"/>
                    <a:pt x="15910" y="33883"/>
                  </a:cubicBezTo>
                  <a:cubicBezTo>
                    <a:pt x="17481" y="33096"/>
                    <a:pt x="18725" y="31982"/>
                    <a:pt x="19641" y="30543"/>
                  </a:cubicBezTo>
                  <a:cubicBezTo>
                    <a:pt x="20559" y="29104"/>
                    <a:pt x="21017" y="27385"/>
                    <a:pt x="21017" y="25387"/>
                  </a:cubicBezTo>
                  <a:cubicBezTo>
                    <a:pt x="21017" y="23816"/>
                    <a:pt x="20741" y="22483"/>
                    <a:pt x="20182" y="21385"/>
                  </a:cubicBezTo>
                  <a:cubicBezTo>
                    <a:pt x="19625" y="20289"/>
                    <a:pt x="18872" y="19372"/>
                    <a:pt x="17924" y="18636"/>
                  </a:cubicBezTo>
                  <a:cubicBezTo>
                    <a:pt x="16974" y="17899"/>
                    <a:pt x="15926" y="17269"/>
                    <a:pt x="14780" y="16744"/>
                  </a:cubicBezTo>
                  <a:cubicBezTo>
                    <a:pt x="13634" y="16221"/>
                    <a:pt x="12472" y="15746"/>
                    <a:pt x="11294" y="15321"/>
                  </a:cubicBezTo>
                  <a:cubicBezTo>
                    <a:pt x="9755" y="14730"/>
                    <a:pt x="8323" y="14118"/>
                    <a:pt x="6997" y="13480"/>
                  </a:cubicBezTo>
                  <a:cubicBezTo>
                    <a:pt x="5672" y="12840"/>
                    <a:pt x="4592" y="12054"/>
                    <a:pt x="3757" y="11122"/>
                  </a:cubicBezTo>
                  <a:cubicBezTo>
                    <a:pt x="2921" y="10189"/>
                    <a:pt x="2503" y="9003"/>
                    <a:pt x="2503" y="7561"/>
                  </a:cubicBezTo>
                  <a:cubicBezTo>
                    <a:pt x="2505" y="5663"/>
                    <a:pt x="3267" y="4069"/>
                    <a:pt x="4788" y="2775"/>
                  </a:cubicBezTo>
                  <a:cubicBezTo>
                    <a:pt x="6309" y="1480"/>
                    <a:pt x="8330" y="834"/>
                    <a:pt x="10853" y="834"/>
                  </a:cubicBezTo>
                  <a:cubicBezTo>
                    <a:pt x="10858" y="834"/>
                    <a:pt x="10863" y="834"/>
                    <a:pt x="10869" y="834"/>
                  </a:cubicBezTo>
                  <a:cubicBezTo>
                    <a:pt x="12390" y="834"/>
                    <a:pt x="13905" y="1041"/>
                    <a:pt x="15371" y="1448"/>
                  </a:cubicBezTo>
                  <a:cubicBezTo>
                    <a:pt x="16844" y="1859"/>
                    <a:pt x="18038" y="2259"/>
                    <a:pt x="18955" y="2651"/>
                  </a:cubicBezTo>
                  <a:lnTo>
                    <a:pt x="19347" y="1914"/>
                  </a:lnTo>
                  <a:cubicBezTo>
                    <a:pt x="18169" y="1357"/>
                    <a:pt x="16753" y="899"/>
                    <a:pt x="15100" y="540"/>
                  </a:cubicBezTo>
                  <a:cubicBezTo>
                    <a:pt x="13447" y="179"/>
                    <a:pt x="11997" y="0"/>
                    <a:pt x="10753" y="0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53"/>
            <p:cNvSpPr/>
            <p:nvPr/>
          </p:nvSpPr>
          <p:spPr>
            <a:xfrm>
              <a:off x="3583425" y="1820475"/>
              <a:ext cx="611375" cy="861850"/>
            </a:xfrm>
            <a:custGeom>
              <a:avLst/>
              <a:gdLst/>
              <a:ahLst/>
              <a:cxnLst/>
              <a:rect l="l" t="t" r="r" b="b"/>
              <a:pathLst>
                <a:path w="24455" h="34474" extrusionOk="0">
                  <a:moveTo>
                    <a:pt x="1" y="0"/>
                  </a:moveTo>
                  <a:lnTo>
                    <a:pt x="1" y="34474"/>
                  </a:lnTo>
                  <a:lnTo>
                    <a:pt x="983" y="34474"/>
                  </a:lnTo>
                  <a:lnTo>
                    <a:pt x="983" y="17581"/>
                  </a:lnTo>
                  <a:lnTo>
                    <a:pt x="23473" y="17581"/>
                  </a:lnTo>
                  <a:lnTo>
                    <a:pt x="23473" y="34474"/>
                  </a:lnTo>
                  <a:lnTo>
                    <a:pt x="24455" y="34474"/>
                  </a:lnTo>
                  <a:lnTo>
                    <a:pt x="24455" y="0"/>
                  </a:lnTo>
                  <a:lnTo>
                    <a:pt x="23474" y="0"/>
                  </a:lnTo>
                  <a:lnTo>
                    <a:pt x="23474" y="16649"/>
                  </a:lnTo>
                  <a:lnTo>
                    <a:pt x="983" y="16649"/>
                  </a:lnTo>
                  <a:lnTo>
                    <a:pt x="983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53"/>
            <p:cNvSpPr/>
            <p:nvPr/>
          </p:nvSpPr>
          <p:spPr>
            <a:xfrm>
              <a:off x="4485725" y="1820475"/>
              <a:ext cx="24600" cy="861850"/>
            </a:xfrm>
            <a:custGeom>
              <a:avLst/>
              <a:gdLst/>
              <a:ahLst/>
              <a:cxnLst/>
              <a:rect l="l" t="t" r="r" b="b"/>
              <a:pathLst>
                <a:path w="984" h="34474" extrusionOk="0">
                  <a:moveTo>
                    <a:pt x="0" y="0"/>
                  </a:moveTo>
                  <a:lnTo>
                    <a:pt x="0" y="34474"/>
                  </a:lnTo>
                  <a:lnTo>
                    <a:pt x="984" y="34474"/>
                  </a:lnTo>
                  <a:lnTo>
                    <a:pt x="98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53"/>
            <p:cNvSpPr/>
            <p:nvPr/>
          </p:nvSpPr>
          <p:spPr>
            <a:xfrm>
              <a:off x="4747200" y="1810650"/>
              <a:ext cx="881475" cy="881500"/>
            </a:xfrm>
            <a:custGeom>
              <a:avLst/>
              <a:gdLst/>
              <a:ahLst/>
              <a:cxnLst/>
              <a:rect l="l" t="t" r="r" b="b"/>
              <a:pathLst>
                <a:path w="35259" h="35260" extrusionOk="0">
                  <a:moveTo>
                    <a:pt x="17581" y="934"/>
                  </a:moveTo>
                  <a:cubicBezTo>
                    <a:pt x="19872" y="934"/>
                    <a:pt x="22023" y="1377"/>
                    <a:pt x="24037" y="2260"/>
                  </a:cubicBezTo>
                  <a:cubicBezTo>
                    <a:pt x="26051" y="3144"/>
                    <a:pt x="27820" y="4355"/>
                    <a:pt x="29341" y="5893"/>
                  </a:cubicBezTo>
                  <a:cubicBezTo>
                    <a:pt x="30862" y="7432"/>
                    <a:pt x="32065" y="9208"/>
                    <a:pt x="32950" y="11222"/>
                  </a:cubicBezTo>
                  <a:cubicBezTo>
                    <a:pt x="33834" y="13236"/>
                    <a:pt x="34277" y="15388"/>
                    <a:pt x="34277" y="17679"/>
                  </a:cubicBezTo>
                  <a:cubicBezTo>
                    <a:pt x="34277" y="20005"/>
                    <a:pt x="33834" y="22174"/>
                    <a:pt x="32950" y="24186"/>
                  </a:cubicBezTo>
                  <a:cubicBezTo>
                    <a:pt x="32067" y="26200"/>
                    <a:pt x="30855" y="27967"/>
                    <a:pt x="29317" y="29490"/>
                  </a:cubicBezTo>
                  <a:cubicBezTo>
                    <a:pt x="27779" y="31011"/>
                    <a:pt x="25995" y="32198"/>
                    <a:pt x="23965" y="33049"/>
                  </a:cubicBezTo>
                  <a:cubicBezTo>
                    <a:pt x="21934" y="33901"/>
                    <a:pt x="19758" y="34327"/>
                    <a:pt x="17433" y="34327"/>
                  </a:cubicBezTo>
                  <a:cubicBezTo>
                    <a:pt x="15175" y="34326"/>
                    <a:pt x="13047" y="33901"/>
                    <a:pt x="11050" y="33049"/>
                  </a:cubicBezTo>
                  <a:cubicBezTo>
                    <a:pt x="9052" y="32198"/>
                    <a:pt x="7301" y="31012"/>
                    <a:pt x="5796" y="29490"/>
                  </a:cubicBezTo>
                  <a:cubicBezTo>
                    <a:pt x="4289" y="27967"/>
                    <a:pt x="3111" y="26200"/>
                    <a:pt x="2259" y="24187"/>
                  </a:cubicBezTo>
                  <a:cubicBezTo>
                    <a:pt x="1408" y="22174"/>
                    <a:pt x="983" y="20021"/>
                    <a:pt x="983" y="17729"/>
                  </a:cubicBezTo>
                  <a:cubicBezTo>
                    <a:pt x="983" y="15503"/>
                    <a:pt x="1401" y="13384"/>
                    <a:pt x="2234" y="11369"/>
                  </a:cubicBezTo>
                  <a:cubicBezTo>
                    <a:pt x="3058" y="9372"/>
                    <a:pt x="4249" y="7548"/>
                    <a:pt x="5747" y="5992"/>
                  </a:cubicBezTo>
                  <a:cubicBezTo>
                    <a:pt x="7252" y="4419"/>
                    <a:pt x="9012" y="3184"/>
                    <a:pt x="11025" y="2284"/>
                  </a:cubicBezTo>
                  <a:cubicBezTo>
                    <a:pt x="13038" y="1384"/>
                    <a:pt x="15223" y="934"/>
                    <a:pt x="17581" y="934"/>
                  </a:cubicBezTo>
                  <a:close/>
                  <a:moveTo>
                    <a:pt x="17581" y="0"/>
                  </a:moveTo>
                  <a:cubicBezTo>
                    <a:pt x="15159" y="0"/>
                    <a:pt x="12883" y="459"/>
                    <a:pt x="10755" y="1377"/>
                  </a:cubicBezTo>
                  <a:cubicBezTo>
                    <a:pt x="8626" y="2293"/>
                    <a:pt x="6760" y="3562"/>
                    <a:pt x="5157" y="5181"/>
                  </a:cubicBezTo>
                  <a:cubicBezTo>
                    <a:pt x="3553" y="6802"/>
                    <a:pt x="2293" y="8685"/>
                    <a:pt x="1376" y="10831"/>
                  </a:cubicBezTo>
                  <a:cubicBezTo>
                    <a:pt x="460" y="12975"/>
                    <a:pt x="1" y="15258"/>
                    <a:pt x="1" y="17679"/>
                  </a:cubicBezTo>
                  <a:cubicBezTo>
                    <a:pt x="1" y="20232"/>
                    <a:pt x="460" y="22581"/>
                    <a:pt x="1376" y="24725"/>
                  </a:cubicBezTo>
                  <a:cubicBezTo>
                    <a:pt x="2293" y="26871"/>
                    <a:pt x="3552" y="28728"/>
                    <a:pt x="5157" y="30299"/>
                  </a:cubicBezTo>
                  <a:cubicBezTo>
                    <a:pt x="6760" y="31871"/>
                    <a:pt x="8627" y="33092"/>
                    <a:pt x="10755" y="33958"/>
                  </a:cubicBezTo>
                  <a:cubicBezTo>
                    <a:pt x="12883" y="34826"/>
                    <a:pt x="15159" y="35259"/>
                    <a:pt x="17581" y="35259"/>
                  </a:cubicBezTo>
                  <a:cubicBezTo>
                    <a:pt x="17585" y="35259"/>
                    <a:pt x="17589" y="35259"/>
                    <a:pt x="17593" y="35259"/>
                  </a:cubicBezTo>
                  <a:cubicBezTo>
                    <a:pt x="20010" y="35259"/>
                    <a:pt x="22282" y="34801"/>
                    <a:pt x="24406" y="33885"/>
                  </a:cubicBezTo>
                  <a:cubicBezTo>
                    <a:pt x="26534" y="32969"/>
                    <a:pt x="28409" y="31707"/>
                    <a:pt x="30028" y="30104"/>
                  </a:cubicBezTo>
                  <a:cubicBezTo>
                    <a:pt x="31650" y="28499"/>
                    <a:pt x="32927" y="26632"/>
                    <a:pt x="33859" y="24505"/>
                  </a:cubicBezTo>
                  <a:cubicBezTo>
                    <a:pt x="34793" y="22379"/>
                    <a:pt x="35259" y="20103"/>
                    <a:pt x="35259" y="17679"/>
                  </a:cubicBezTo>
                  <a:cubicBezTo>
                    <a:pt x="35259" y="15258"/>
                    <a:pt x="34793" y="12975"/>
                    <a:pt x="33859" y="10831"/>
                  </a:cubicBezTo>
                  <a:cubicBezTo>
                    <a:pt x="32927" y="8685"/>
                    <a:pt x="31650" y="6802"/>
                    <a:pt x="30028" y="5181"/>
                  </a:cubicBezTo>
                  <a:cubicBezTo>
                    <a:pt x="28409" y="3562"/>
                    <a:pt x="26534" y="2293"/>
                    <a:pt x="24406" y="1377"/>
                  </a:cubicBezTo>
                  <a:cubicBezTo>
                    <a:pt x="22277" y="459"/>
                    <a:pt x="20002" y="0"/>
                    <a:pt x="17581" y="0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53"/>
            <p:cNvSpPr/>
            <p:nvPr/>
          </p:nvSpPr>
          <p:spPr>
            <a:xfrm>
              <a:off x="5864375" y="1807025"/>
              <a:ext cx="705950" cy="891275"/>
            </a:xfrm>
            <a:custGeom>
              <a:avLst/>
              <a:gdLst/>
              <a:ahLst/>
              <a:cxnLst/>
              <a:rect l="l" t="t" r="r" b="b"/>
              <a:pathLst>
                <a:path w="28238" h="35651" extrusionOk="0">
                  <a:moveTo>
                    <a:pt x="1" y="0"/>
                  </a:moveTo>
                  <a:lnTo>
                    <a:pt x="1" y="35012"/>
                  </a:lnTo>
                  <a:lnTo>
                    <a:pt x="983" y="35012"/>
                  </a:lnTo>
                  <a:lnTo>
                    <a:pt x="934" y="2607"/>
                  </a:lnTo>
                  <a:lnTo>
                    <a:pt x="934" y="2607"/>
                  </a:lnTo>
                  <a:lnTo>
                    <a:pt x="28186" y="35651"/>
                  </a:lnTo>
                  <a:lnTo>
                    <a:pt x="28237" y="35651"/>
                  </a:lnTo>
                  <a:lnTo>
                    <a:pt x="28237" y="538"/>
                  </a:lnTo>
                  <a:lnTo>
                    <a:pt x="27304" y="538"/>
                  </a:lnTo>
                  <a:lnTo>
                    <a:pt x="27304" y="33091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53"/>
            <p:cNvSpPr/>
            <p:nvPr/>
          </p:nvSpPr>
          <p:spPr>
            <a:xfrm>
              <a:off x="1386400" y="3019050"/>
              <a:ext cx="290600" cy="484775"/>
            </a:xfrm>
            <a:custGeom>
              <a:avLst/>
              <a:gdLst/>
              <a:ahLst/>
              <a:cxnLst/>
              <a:rect l="l" t="t" r="r" b="b"/>
              <a:pathLst>
                <a:path w="11624" h="19391" extrusionOk="0">
                  <a:moveTo>
                    <a:pt x="5946" y="0"/>
                  </a:moveTo>
                  <a:cubicBezTo>
                    <a:pt x="4987" y="0"/>
                    <a:pt x="4123" y="182"/>
                    <a:pt x="3353" y="544"/>
                  </a:cubicBezTo>
                  <a:cubicBezTo>
                    <a:pt x="2582" y="904"/>
                    <a:pt x="1971" y="1403"/>
                    <a:pt x="1520" y="2037"/>
                  </a:cubicBezTo>
                  <a:cubicBezTo>
                    <a:pt x="1068" y="2670"/>
                    <a:pt x="841" y="3413"/>
                    <a:pt x="841" y="4265"/>
                  </a:cubicBezTo>
                  <a:cubicBezTo>
                    <a:pt x="841" y="4935"/>
                    <a:pt x="986" y="5513"/>
                    <a:pt x="1277" y="6002"/>
                  </a:cubicBezTo>
                  <a:cubicBezTo>
                    <a:pt x="1568" y="6494"/>
                    <a:pt x="1962" y="6920"/>
                    <a:pt x="2430" y="7250"/>
                  </a:cubicBezTo>
                  <a:cubicBezTo>
                    <a:pt x="2911" y="7596"/>
                    <a:pt x="3448" y="7899"/>
                    <a:pt x="4045" y="8162"/>
                  </a:cubicBezTo>
                  <a:cubicBezTo>
                    <a:pt x="4643" y="8423"/>
                    <a:pt x="5257" y="8663"/>
                    <a:pt x="5890" y="8880"/>
                  </a:cubicBezTo>
                  <a:cubicBezTo>
                    <a:pt x="6761" y="9207"/>
                    <a:pt x="7589" y="9564"/>
                    <a:pt x="8376" y="9953"/>
                  </a:cubicBezTo>
                  <a:cubicBezTo>
                    <a:pt x="9163" y="10342"/>
                    <a:pt x="9810" y="10858"/>
                    <a:pt x="10317" y="11500"/>
                  </a:cubicBezTo>
                  <a:cubicBezTo>
                    <a:pt x="10824" y="12143"/>
                    <a:pt x="11078" y="12999"/>
                    <a:pt x="11078" y="14066"/>
                  </a:cubicBezTo>
                  <a:cubicBezTo>
                    <a:pt x="11081" y="15154"/>
                    <a:pt x="10823" y="16055"/>
                    <a:pt x="10306" y="16770"/>
                  </a:cubicBezTo>
                  <a:cubicBezTo>
                    <a:pt x="9788" y="17485"/>
                    <a:pt x="9123" y="18020"/>
                    <a:pt x="8310" y="18372"/>
                  </a:cubicBezTo>
                  <a:cubicBezTo>
                    <a:pt x="7508" y="18722"/>
                    <a:pt x="6643" y="18902"/>
                    <a:pt x="5767" y="18902"/>
                  </a:cubicBezTo>
                  <a:cubicBezTo>
                    <a:pt x="5764" y="18902"/>
                    <a:pt x="5760" y="18902"/>
                    <a:pt x="5757" y="18902"/>
                  </a:cubicBezTo>
                  <a:cubicBezTo>
                    <a:pt x="5036" y="18902"/>
                    <a:pt x="4318" y="18797"/>
                    <a:pt x="3626" y="18590"/>
                  </a:cubicBezTo>
                  <a:cubicBezTo>
                    <a:pt x="2928" y="18382"/>
                    <a:pt x="2291" y="18127"/>
                    <a:pt x="1710" y="17830"/>
                  </a:cubicBezTo>
                  <a:cubicBezTo>
                    <a:pt x="1130" y="17531"/>
                    <a:pt x="651" y="17246"/>
                    <a:pt x="271" y="16975"/>
                  </a:cubicBezTo>
                  <a:lnTo>
                    <a:pt x="0" y="17463"/>
                  </a:lnTo>
                  <a:cubicBezTo>
                    <a:pt x="235" y="17608"/>
                    <a:pt x="616" y="17834"/>
                    <a:pt x="1140" y="18142"/>
                  </a:cubicBezTo>
                  <a:cubicBezTo>
                    <a:pt x="1665" y="18450"/>
                    <a:pt x="2326" y="18734"/>
                    <a:pt x="3123" y="18996"/>
                  </a:cubicBezTo>
                  <a:cubicBezTo>
                    <a:pt x="3919" y="19259"/>
                    <a:pt x="4833" y="19390"/>
                    <a:pt x="5865" y="19390"/>
                  </a:cubicBezTo>
                  <a:cubicBezTo>
                    <a:pt x="6951" y="19390"/>
                    <a:pt x="7929" y="19174"/>
                    <a:pt x="8799" y="18738"/>
                  </a:cubicBezTo>
                  <a:cubicBezTo>
                    <a:pt x="9667" y="18305"/>
                    <a:pt x="10356" y="17689"/>
                    <a:pt x="10863" y="16892"/>
                  </a:cubicBezTo>
                  <a:cubicBezTo>
                    <a:pt x="11370" y="16095"/>
                    <a:pt x="11623" y="15145"/>
                    <a:pt x="11623" y="14040"/>
                  </a:cubicBezTo>
                  <a:cubicBezTo>
                    <a:pt x="11623" y="13171"/>
                    <a:pt x="11469" y="12434"/>
                    <a:pt x="11160" y="11827"/>
                  </a:cubicBezTo>
                  <a:cubicBezTo>
                    <a:pt x="10864" y="11233"/>
                    <a:pt x="10436" y="10713"/>
                    <a:pt x="9911" y="10306"/>
                  </a:cubicBezTo>
                  <a:cubicBezTo>
                    <a:pt x="9375" y="9891"/>
                    <a:pt x="8792" y="9541"/>
                    <a:pt x="8173" y="9261"/>
                  </a:cubicBezTo>
                  <a:cubicBezTo>
                    <a:pt x="7540" y="8971"/>
                    <a:pt x="6898" y="8708"/>
                    <a:pt x="6246" y="8474"/>
                  </a:cubicBezTo>
                  <a:cubicBezTo>
                    <a:pt x="5396" y="8147"/>
                    <a:pt x="4603" y="7808"/>
                    <a:pt x="3869" y="7455"/>
                  </a:cubicBezTo>
                  <a:cubicBezTo>
                    <a:pt x="3138" y="7102"/>
                    <a:pt x="2540" y="6667"/>
                    <a:pt x="2078" y="6151"/>
                  </a:cubicBezTo>
                  <a:cubicBezTo>
                    <a:pt x="1615" y="5635"/>
                    <a:pt x="1385" y="4979"/>
                    <a:pt x="1385" y="4183"/>
                  </a:cubicBezTo>
                  <a:cubicBezTo>
                    <a:pt x="1386" y="3132"/>
                    <a:pt x="1807" y="2248"/>
                    <a:pt x="2648" y="1535"/>
                  </a:cubicBezTo>
                  <a:cubicBezTo>
                    <a:pt x="3490" y="819"/>
                    <a:pt x="4606" y="462"/>
                    <a:pt x="6001" y="462"/>
                  </a:cubicBezTo>
                  <a:cubicBezTo>
                    <a:pt x="6846" y="462"/>
                    <a:pt x="7687" y="576"/>
                    <a:pt x="8500" y="802"/>
                  </a:cubicBezTo>
                  <a:cubicBezTo>
                    <a:pt x="9314" y="1028"/>
                    <a:pt x="9974" y="1250"/>
                    <a:pt x="10482" y="1467"/>
                  </a:cubicBezTo>
                  <a:lnTo>
                    <a:pt x="10698" y="1060"/>
                  </a:lnTo>
                  <a:cubicBezTo>
                    <a:pt x="10048" y="751"/>
                    <a:pt x="9264" y="497"/>
                    <a:pt x="8351" y="299"/>
                  </a:cubicBezTo>
                  <a:cubicBezTo>
                    <a:pt x="7436" y="100"/>
                    <a:pt x="6635" y="0"/>
                    <a:pt x="5946" y="0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53"/>
            <p:cNvSpPr/>
            <p:nvPr/>
          </p:nvSpPr>
          <p:spPr>
            <a:xfrm>
              <a:off x="1963450" y="3021750"/>
              <a:ext cx="309600" cy="476625"/>
            </a:xfrm>
            <a:custGeom>
              <a:avLst/>
              <a:gdLst/>
              <a:ahLst/>
              <a:cxnLst/>
              <a:rect l="l" t="t" r="r" b="b"/>
              <a:pathLst>
                <a:path w="12384" h="19065" extrusionOk="0">
                  <a:moveTo>
                    <a:pt x="0" y="1"/>
                  </a:moveTo>
                  <a:lnTo>
                    <a:pt x="0" y="517"/>
                  </a:lnTo>
                  <a:lnTo>
                    <a:pt x="5919" y="517"/>
                  </a:lnTo>
                  <a:lnTo>
                    <a:pt x="5919" y="19064"/>
                  </a:lnTo>
                  <a:lnTo>
                    <a:pt x="6463" y="19064"/>
                  </a:lnTo>
                  <a:lnTo>
                    <a:pt x="6463" y="517"/>
                  </a:lnTo>
                  <a:lnTo>
                    <a:pt x="12384" y="517"/>
                  </a:lnTo>
                  <a:lnTo>
                    <a:pt x="12384" y="1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53"/>
            <p:cNvSpPr/>
            <p:nvPr/>
          </p:nvSpPr>
          <p:spPr>
            <a:xfrm>
              <a:off x="2568350" y="3016325"/>
              <a:ext cx="487525" cy="487500"/>
            </a:xfrm>
            <a:custGeom>
              <a:avLst/>
              <a:gdLst/>
              <a:ahLst/>
              <a:cxnLst/>
              <a:rect l="l" t="t" r="r" b="b"/>
              <a:pathLst>
                <a:path w="19501" h="19500" extrusionOk="0">
                  <a:moveTo>
                    <a:pt x="9721" y="517"/>
                  </a:moveTo>
                  <a:cubicBezTo>
                    <a:pt x="10990" y="517"/>
                    <a:pt x="12180" y="760"/>
                    <a:pt x="13292" y="1249"/>
                  </a:cubicBezTo>
                  <a:cubicBezTo>
                    <a:pt x="14389" y="1727"/>
                    <a:pt x="15385" y="2409"/>
                    <a:pt x="16225" y="3259"/>
                  </a:cubicBezTo>
                  <a:cubicBezTo>
                    <a:pt x="17068" y="4109"/>
                    <a:pt x="17745" y="5108"/>
                    <a:pt x="18222" y="6206"/>
                  </a:cubicBezTo>
                  <a:cubicBezTo>
                    <a:pt x="18710" y="7320"/>
                    <a:pt x="18955" y="8510"/>
                    <a:pt x="18955" y="9777"/>
                  </a:cubicBezTo>
                  <a:cubicBezTo>
                    <a:pt x="18955" y="11062"/>
                    <a:pt x="18710" y="12263"/>
                    <a:pt x="18222" y="13375"/>
                  </a:cubicBezTo>
                  <a:cubicBezTo>
                    <a:pt x="17745" y="14471"/>
                    <a:pt x="17063" y="15466"/>
                    <a:pt x="16212" y="16308"/>
                  </a:cubicBezTo>
                  <a:cubicBezTo>
                    <a:pt x="15362" y="17150"/>
                    <a:pt x="14375" y="17807"/>
                    <a:pt x="13253" y="18277"/>
                  </a:cubicBezTo>
                  <a:cubicBezTo>
                    <a:pt x="12130" y="18748"/>
                    <a:pt x="10926" y="18984"/>
                    <a:pt x="9642" y="18984"/>
                  </a:cubicBezTo>
                  <a:cubicBezTo>
                    <a:pt x="8392" y="18984"/>
                    <a:pt x="7215" y="18748"/>
                    <a:pt x="6111" y="18277"/>
                  </a:cubicBezTo>
                  <a:cubicBezTo>
                    <a:pt x="5022" y="17817"/>
                    <a:pt x="4035" y="17147"/>
                    <a:pt x="3205" y="16308"/>
                  </a:cubicBezTo>
                  <a:cubicBezTo>
                    <a:pt x="2371" y="15465"/>
                    <a:pt x="1721" y="14487"/>
                    <a:pt x="1249" y="13375"/>
                  </a:cubicBezTo>
                  <a:cubicBezTo>
                    <a:pt x="778" y="12261"/>
                    <a:pt x="544" y="11071"/>
                    <a:pt x="544" y="9804"/>
                  </a:cubicBezTo>
                  <a:cubicBezTo>
                    <a:pt x="544" y="8573"/>
                    <a:pt x="774" y="7400"/>
                    <a:pt x="1235" y="6288"/>
                  </a:cubicBezTo>
                  <a:cubicBezTo>
                    <a:pt x="1691" y="5183"/>
                    <a:pt x="2349" y="4175"/>
                    <a:pt x="3177" y="3314"/>
                  </a:cubicBezTo>
                  <a:cubicBezTo>
                    <a:pt x="4011" y="2444"/>
                    <a:pt x="4984" y="1761"/>
                    <a:pt x="6097" y="1263"/>
                  </a:cubicBezTo>
                  <a:cubicBezTo>
                    <a:pt x="7209" y="766"/>
                    <a:pt x="8418" y="517"/>
                    <a:pt x="9721" y="517"/>
                  </a:cubicBezTo>
                  <a:close/>
                  <a:moveTo>
                    <a:pt x="9722" y="1"/>
                  </a:moveTo>
                  <a:cubicBezTo>
                    <a:pt x="8383" y="1"/>
                    <a:pt x="7124" y="254"/>
                    <a:pt x="5947" y="761"/>
                  </a:cubicBezTo>
                  <a:cubicBezTo>
                    <a:pt x="4772" y="1267"/>
                    <a:pt x="3739" y="1969"/>
                    <a:pt x="2852" y="2866"/>
                  </a:cubicBezTo>
                  <a:cubicBezTo>
                    <a:pt x="1964" y="3761"/>
                    <a:pt x="1266" y="4802"/>
                    <a:pt x="761" y="5987"/>
                  </a:cubicBezTo>
                  <a:cubicBezTo>
                    <a:pt x="254" y="7174"/>
                    <a:pt x="1" y="8438"/>
                    <a:pt x="1" y="9777"/>
                  </a:cubicBezTo>
                  <a:cubicBezTo>
                    <a:pt x="0" y="11190"/>
                    <a:pt x="254" y="12488"/>
                    <a:pt x="761" y="13674"/>
                  </a:cubicBezTo>
                  <a:cubicBezTo>
                    <a:pt x="1268" y="14860"/>
                    <a:pt x="1964" y="15887"/>
                    <a:pt x="2852" y="16758"/>
                  </a:cubicBezTo>
                  <a:cubicBezTo>
                    <a:pt x="3739" y="17627"/>
                    <a:pt x="4770" y="18301"/>
                    <a:pt x="5947" y="18780"/>
                  </a:cubicBezTo>
                  <a:cubicBezTo>
                    <a:pt x="7124" y="19259"/>
                    <a:pt x="8383" y="19499"/>
                    <a:pt x="9722" y="19499"/>
                  </a:cubicBezTo>
                  <a:cubicBezTo>
                    <a:pt x="11062" y="19499"/>
                    <a:pt x="12321" y="19246"/>
                    <a:pt x="13498" y="18739"/>
                  </a:cubicBezTo>
                  <a:cubicBezTo>
                    <a:pt x="14657" y="18244"/>
                    <a:pt x="15712" y="17534"/>
                    <a:pt x="16607" y="16648"/>
                  </a:cubicBezTo>
                  <a:cubicBezTo>
                    <a:pt x="17503" y="15759"/>
                    <a:pt x="18209" y="14728"/>
                    <a:pt x="18725" y="13551"/>
                  </a:cubicBezTo>
                  <a:cubicBezTo>
                    <a:pt x="19241" y="12376"/>
                    <a:pt x="19499" y="11117"/>
                    <a:pt x="19499" y="9777"/>
                  </a:cubicBezTo>
                  <a:cubicBezTo>
                    <a:pt x="19500" y="8436"/>
                    <a:pt x="19242" y="7173"/>
                    <a:pt x="18725" y="5987"/>
                  </a:cubicBezTo>
                  <a:cubicBezTo>
                    <a:pt x="18208" y="4803"/>
                    <a:pt x="17503" y="3763"/>
                    <a:pt x="16607" y="2866"/>
                  </a:cubicBezTo>
                  <a:cubicBezTo>
                    <a:pt x="15715" y="1972"/>
                    <a:pt x="14658" y="1258"/>
                    <a:pt x="13498" y="761"/>
                  </a:cubicBezTo>
                  <a:cubicBezTo>
                    <a:pt x="12321" y="254"/>
                    <a:pt x="11062" y="1"/>
                    <a:pt x="9722" y="1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53"/>
            <p:cNvSpPr/>
            <p:nvPr/>
          </p:nvSpPr>
          <p:spPr>
            <a:xfrm>
              <a:off x="3390500" y="3021750"/>
              <a:ext cx="285875" cy="476650"/>
            </a:xfrm>
            <a:custGeom>
              <a:avLst/>
              <a:gdLst/>
              <a:ahLst/>
              <a:cxnLst/>
              <a:rect l="l" t="t" r="r" b="b"/>
              <a:pathLst>
                <a:path w="11435" h="19066" extrusionOk="0">
                  <a:moveTo>
                    <a:pt x="3938" y="517"/>
                  </a:moveTo>
                  <a:cubicBezTo>
                    <a:pt x="4626" y="517"/>
                    <a:pt x="5269" y="625"/>
                    <a:pt x="5867" y="843"/>
                  </a:cubicBezTo>
                  <a:cubicBezTo>
                    <a:pt x="6447" y="1051"/>
                    <a:pt x="6982" y="1368"/>
                    <a:pt x="7441" y="1778"/>
                  </a:cubicBezTo>
                  <a:cubicBezTo>
                    <a:pt x="7895" y="2189"/>
                    <a:pt x="8262" y="2688"/>
                    <a:pt x="8515" y="3245"/>
                  </a:cubicBezTo>
                  <a:cubicBezTo>
                    <a:pt x="8777" y="3817"/>
                    <a:pt x="8908" y="4437"/>
                    <a:pt x="8908" y="5107"/>
                  </a:cubicBezTo>
                  <a:cubicBezTo>
                    <a:pt x="8906" y="5681"/>
                    <a:pt x="8819" y="6254"/>
                    <a:pt x="8650" y="6804"/>
                  </a:cubicBezTo>
                  <a:cubicBezTo>
                    <a:pt x="8476" y="7378"/>
                    <a:pt x="8184" y="7909"/>
                    <a:pt x="7794" y="8366"/>
                  </a:cubicBezTo>
                  <a:cubicBezTo>
                    <a:pt x="7396" y="8836"/>
                    <a:pt x="6849" y="9216"/>
                    <a:pt x="6151" y="9506"/>
                  </a:cubicBezTo>
                  <a:cubicBezTo>
                    <a:pt x="5455" y="9795"/>
                    <a:pt x="4563" y="9940"/>
                    <a:pt x="3477" y="9940"/>
                  </a:cubicBezTo>
                  <a:lnTo>
                    <a:pt x="543" y="9940"/>
                  </a:lnTo>
                  <a:lnTo>
                    <a:pt x="543" y="517"/>
                  </a:lnTo>
                  <a:close/>
                  <a:moveTo>
                    <a:pt x="0" y="1"/>
                  </a:moveTo>
                  <a:lnTo>
                    <a:pt x="0" y="19066"/>
                  </a:lnTo>
                  <a:lnTo>
                    <a:pt x="543" y="19066"/>
                  </a:lnTo>
                  <a:lnTo>
                    <a:pt x="543" y="10456"/>
                  </a:lnTo>
                  <a:lnTo>
                    <a:pt x="3557" y="10456"/>
                  </a:lnTo>
                  <a:cubicBezTo>
                    <a:pt x="3563" y="10456"/>
                    <a:pt x="3568" y="10456"/>
                    <a:pt x="3573" y="10456"/>
                  </a:cubicBezTo>
                  <a:cubicBezTo>
                    <a:pt x="4300" y="10456"/>
                    <a:pt x="4950" y="10389"/>
                    <a:pt x="5522" y="10254"/>
                  </a:cubicBezTo>
                  <a:lnTo>
                    <a:pt x="5522" y="10254"/>
                  </a:lnTo>
                  <a:lnTo>
                    <a:pt x="10809" y="19064"/>
                  </a:lnTo>
                  <a:lnTo>
                    <a:pt x="11434" y="19064"/>
                  </a:lnTo>
                  <a:lnTo>
                    <a:pt x="6056" y="10100"/>
                  </a:lnTo>
                  <a:lnTo>
                    <a:pt x="6056" y="10100"/>
                  </a:lnTo>
                  <a:cubicBezTo>
                    <a:pt x="6139" y="10071"/>
                    <a:pt x="6221" y="10041"/>
                    <a:pt x="6301" y="10009"/>
                  </a:cubicBezTo>
                  <a:cubicBezTo>
                    <a:pt x="7042" y="9710"/>
                    <a:pt x="7643" y="9307"/>
                    <a:pt x="8106" y="8800"/>
                  </a:cubicBezTo>
                  <a:cubicBezTo>
                    <a:pt x="8562" y="8303"/>
                    <a:pt x="8908" y="7715"/>
                    <a:pt x="9125" y="7076"/>
                  </a:cubicBezTo>
                  <a:cubicBezTo>
                    <a:pt x="9342" y="6433"/>
                    <a:pt x="9452" y="5759"/>
                    <a:pt x="9450" y="5079"/>
                  </a:cubicBezTo>
                  <a:cubicBezTo>
                    <a:pt x="9450" y="4138"/>
                    <a:pt x="9270" y="3346"/>
                    <a:pt x="8908" y="2703"/>
                  </a:cubicBezTo>
                  <a:cubicBezTo>
                    <a:pt x="8544" y="2061"/>
                    <a:pt x="8080" y="1541"/>
                    <a:pt x="7508" y="1141"/>
                  </a:cubicBezTo>
                  <a:cubicBezTo>
                    <a:pt x="6954" y="751"/>
                    <a:pt x="6340" y="458"/>
                    <a:pt x="5690" y="272"/>
                  </a:cubicBezTo>
                  <a:cubicBezTo>
                    <a:pt x="5046" y="92"/>
                    <a:pt x="4453" y="1"/>
                    <a:pt x="3910" y="1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53"/>
            <p:cNvSpPr/>
            <p:nvPr/>
          </p:nvSpPr>
          <p:spPr>
            <a:xfrm>
              <a:off x="4013725" y="3021750"/>
              <a:ext cx="293950" cy="476650"/>
            </a:xfrm>
            <a:custGeom>
              <a:avLst/>
              <a:gdLst/>
              <a:ahLst/>
              <a:cxnLst/>
              <a:rect l="l" t="t" r="r" b="b"/>
              <a:pathLst>
                <a:path w="11758" h="19066" extrusionOk="0">
                  <a:moveTo>
                    <a:pt x="0" y="1"/>
                  </a:moveTo>
                  <a:lnTo>
                    <a:pt x="0" y="19066"/>
                  </a:lnTo>
                  <a:lnTo>
                    <a:pt x="11758" y="19066"/>
                  </a:lnTo>
                  <a:lnTo>
                    <a:pt x="11758" y="18550"/>
                  </a:lnTo>
                  <a:lnTo>
                    <a:pt x="544" y="18550"/>
                  </a:lnTo>
                  <a:lnTo>
                    <a:pt x="544" y="9697"/>
                  </a:lnTo>
                  <a:lnTo>
                    <a:pt x="10320" y="9697"/>
                  </a:lnTo>
                  <a:lnTo>
                    <a:pt x="10320" y="9179"/>
                  </a:lnTo>
                  <a:lnTo>
                    <a:pt x="544" y="9179"/>
                  </a:lnTo>
                  <a:lnTo>
                    <a:pt x="544" y="517"/>
                  </a:lnTo>
                  <a:lnTo>
                    <a:pt x="11378" y="517"/>
                  </a:lnTo>
                  <a:lnTo>
                    <a:pt x="11378" y="1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53"/>
            <p:cNvSpPr/>
            <p:nvPr/>
          </p:nvSpPr>
          <p:spPr>
            <a:xfrm>
              <a:off x="4811850" y="3416125"/>
              <a:ext cx="2131725" cy="26175"/>
            </a:xfrm>
            <a:custGeom>
              <a:avLst/>
              <a:gdLst/>
              <a:ahLst/>
              <a:cxnLst/>
              <a:rect l="l" t="t" r="r" b="b"/>
              <a:pathLst>
                <a:path w="85269" h="1047" extrusionOk="0">
                  <a:moveTo>
                    <a:pt x="0" y="1"/>
                  </a:moveTo>
                  <a:lnTo>
                    <a:pt x="0" y="1047"/>
                  </a:lnTo>
                  <a:lnTo>
                    <a:pt x="85269" y="1047"/>
                  </a:lnTo>
                  <a:lnTo>
                    <a:pt x="85269" y="1"/>
                  </a:lnTo>
                  <a:close/>
                </a:path>
              </a:pathLst>
            </a:custGeom>
            <a:solidFill>
              <a:schemeClr val="accent4"/>
            </a:solidFill>
            <a:ln w="2857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53"/>
            <p:cNvSpPr/>
            <p:nvPr/>
          </p:nvSpPr>
          <p:spPr>
            <a:xfrm>
              <a:off x="5019950" y="2113175"/>
              <a:ext cx="336025" cy="260075"/>
            </a:xfrm>
            <a:custGeom>
              <a:avLst/>
              <a:gdLst/>
              <a:ahLst/>
              <a:cxnLst/>
              <a:rect l="l" t="t" r="r" b="b"/>
              <a:pathLst>
                <a:path w="13441" h="10403" extrusionOk="0">
                  <a:moveTo>
                    <a:pt x="6692" y="0"/>
                  </a:moveTo>
                  <a:cubicBezTo>
                    <a:pt x="0" y="0"/>
                    <a:pt x="34" y="10403"/>
                    <a:pt x="6748" y="10403"/>
                  </a:cubicBezTo>
                  <a:cubicBezTo>
                    <a:pt x="6748" y="10403"/>
                    <a:pt x="6749" y="10403"/>
                    <a:pt x="6749" y="10403"/>
                  </a:cubicBezTo>
                  <a:cubicBezTo>
                    <a:pt x="13441" y="10403"/>
                    <a:pt x="13405" y="0"/>
                    <a:pt x="6692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47" name="Google Shape;1547;p53"/>
          <p:cNvSpPr txBox="1">
            <a:spLocks noGrp="1"/>
          </p:cNvSpPr>
          <p:nvPr>
            <p:ph type="subTitle" idx="4294967295"/>
          </p:nvPr>
        </p:nvSpPr>
        <p:spPr>
          <a:xfrm>
            <a:off x="216618" y="1892803"/>
            <a:ext cx="8710764" cy="23735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spcAft>
                <a:spcPts val="1600"/>
              </a:spcAft>
              <a:buFont typeface="Wingdings" panose="05000000000000000000" pitchFamily="2" charset="2"/>
              <a:buChar char="q"/>
            </a:pPr>
            <a:r>
              <a:rPr lang="en-US" dirty="0" smtClean="0"/>
              <a:t>Customer frequently purchased</a:t>
            </a:r>
            <a:endParaRPr lang="en-US" dirty="0"/>
          </a:p>
          <a:p>
            <a:pPr marL="285750" lvl="0" indent="-285750">
              <a:spcAft>
                <a:spcPts val="1600"/>
              </a:spcAft>
              <a:buFont typeface="Wingdings" panose="05000000000000000000" pitchFamily="2" charset="2"/>
              <a:buChar char="q"/>
            </a:pPr>
            <a:r>
              <a:rPr lang="en-US" dirty="0" smtClean="0"/>
              <a:t>Products recommended to customer</a:t>
            </a:r>
            <a:endParaRPr dirty="0"/>
          </a:p>
        </p:txBody>
      </p:sp>
      <p:sp>
        <p:nvSpPr>
          <p:cNvPr id="1548" name="Google Shape;1548;p53"/>
          <p:cNvSpPr txBox="1">
            <a:spLocks noGrp="1"/>
          </p:cNvSpPr>
          <p:nvPr>
            <p:ph type="subTitle" idx="4294967295"/>
          </p:nvPr>
        </p:nvSpPr>
        <p:spPr>
          <a:xfrm>
            <a:off x="4663675" y="4150450"/>
            <a:ext cx="1806000" cy="27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Aft>
                <a:spcPts val="1600"/>
              </a:spcAft>
              <a:buNone/>
            </a:pPr>
            <a:endParaRPr lang="en-IN" sz="1100" dirty="0">
              <a:solidFill>
                <a:schemeClr val="accent4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sz="1100" dirty="0">
              <a:solidFill>
                <a:schemeClr val="accent4"/>
              </a:solidFill>
            </a:endParaRPr>
          </a:p>
        </p:txBody>
      </p:sp>
      <p:pic>
        <p:nvPicPr>
          <p:cNvPr id="3074" name="Picture 2" descr="Build a Recommendation Engine With Collaborative Filteri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387"/>
          <a:stretch/>
        </p:blipFill>
        <p:spPr bwMode="auto">
          <a:xfrm>
            <a:off x="5487585" y="2108940"/>
            <a:ext cx="3011079" cy="1706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3862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Google Shape;1553;p54"/>
          <p:cNvSpPr txBox="1">
            <a:spLocks noGrp="1"/>
          </p:cNvSpPr>
          <p:nvPr>
            <p:ph type="title" idx="4294967295"/>
          </p:nvPr>
        </p:nvSpPr>
        <p:spPr>
          <a:xfrm>
            <a:off x="298383" y="455112"/>
            <a:ext cx="7960093" cy="57308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>
              <a:spcAft>
                <a:spcPts val="1600"/>
              </a:spcAft>
            </a:pPr>
            <a:r>
              <a:rPr lang="en-US" sz="2200" dirty="0"/>
              <a:t>Customer frequently purchased:</a:t>
            </a:r>
          </a:p>
        </p:txBody>
      </p:sp>
      <p:sp>
        <p:nvSpPr>
          <p:cNvPr id="1554" name="Google Shape;1554;p54"/>
          <p:cNvSpPr txBox="1">
            <a:spLocks noGrp="1"/>
          </p:cNvSpPr>
          <p:nvPr>
            <p:ph type="title" idx="4294967295"/>
          </p:nvPr>
        </p:nvSpPr>
        <p:spPr>
          <a:xfrm>
            <a:off x="0" y="2127250"/>
            <a:ext cx="4454525" cy="13033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55" name="Google Shape;1555;p54"/>
          <p:cNvSpPr txBox="1">
            <a:spLocks noGrp="1"/>
          </p:cNvSpPr>
          <p:nvPr>
            <p:ph type="subTitle" idx="4294967295"/>
          </p:nvPr>
        </p:nvSpPr>
        <p:spPr>
          <a:xfrm>
            <a:off x="582457" y="798545"/>
            <a:ext cx="7504239" cy="11237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 smtClean="0">
                <a:solidFill>
                  <a:schemeClr val="accent6">
                    <a:lumMod val="40000"/>
                    <a:lumOff val="60000"/>
                  </a:schemeClr>
                </a:solidFill>
              </a:rPr>
              <a:t>In this </a:t>
            </a:r>
            <a:r>
              <a:rPr lang="en-US" dirty="0" err="1" smtClean="0">
                <a:solidFill>
                  <a:schemeClr val="accent6">
                    <a:lumMod val="40000"/>
                    <a:lumOff val="60000"/>
                  </a:schemeClr>
                </a:solidFill>
              </a:rPr>
              <a:t>approach,the</a:t>
            </a:r>
            <a:r>
              <a:rPr lang="en-US" dirty="0" smtClean="0">
                <a:solidFill>
                  <a:schemeClr val="accent6">
                    <a:lumMod val="40000"/>
                    <a:lumOff val="60000"/>
                  </a:schemeClr>
                </a:solidFill>
              </a:rPr>
              <a:t> most frequently purchased products by the customer are </a:t>
            </a:r>
            <a:r>
              <a:rPr lang="en-US" dirty="0" err="1" smtClean="0">
                <a:solidFill>
                  <a:schemeClr val="accent6">
                    <a:lumMod val="40000"/>
                    <a:lumOff val="60000"/>
                  </a:schemeClr>
                </a:solidFill>
              </a:rPr>
              <a:t>displayed.This</a:t>
            </a:r>
            <a:r>
              <a:rPr lang="en-US" dirty="0" smtClean="0">
                <a:solidFill>
                  <a:schemeClr val="accent6">
                    <a:lumMod val="40000"/>
                    <a:lumOff val="60000"/>
                  </a:schemeClr>
                </a:solidFill>
              </a:rPr>
              <a:t> is done by applying popularity based approach for the specific customer.</a:t>
            </a:r>
            <a:endParaRPr lang="en-US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endParaRPr lang="en-US" dirty="0" smtClean="0"/>
          </a:p>
          <a:p>
            <a:endParaRPr lang="en-US" dirty="0"/>
          </a:p>
          <a:p>
            <a:pPr marL="0" indent="0" algn="ctr">
              <a:buNone/>
            </a:pPr>
            <a:endParaRPr lang="en-US" dirty="0" smtClean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0" indent="0" algn="ctr">
              <a:buNone/>
            </a:pPr>
            <a:endParaRPr lang="en-US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0" indent="0" algn="ctr">
              <a:buNone/>
            </a:pPr>
            <a:endParaRPr lang="en-US" dirty="0" smtClean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0" indent="0" algn="ctr">
              <a:buNone/>
            </a:pPr>
            <a:endParaRPr lang="en-US" dirty="0" smtClean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0" indent="0" algn="ctr">
              <a:buNone/>
            </a:pPr>
            <a:endParaRPr lang="en-US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0" indent="0" algn="ctr">
              <a:buNone/>
            </a:pPr>
            <a:endParaRPr lang="en-US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0" indent="0" algn="ctr">
              <a:buNone/>
            </a:pPr>
            <a:endParaRPr lang="en-US" dirty="0" smtClean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0" indent="0" algn="ctr">
              <a:buNone/>
            </a:pPr>
            <a:endParaRPr lang="en-US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0" indent="0" algn="ctr">
              <a:buNone/>
            </a:pPr>
            <a:r>
              <a:rPr lang="en-US" dirty="0" smtClean="0">
                <a:solidFill>
                  <a:schemeClr val="accent6">
                    <a:lumMod val="40000"/>
                    <a:lumOff val="60000"/>
                  </a:schemeClr>
                </a:solidFill>
              </a:rPr>
              <a:t> </a:t>
            </a:r>
            <a:endParaRPr lang="en-US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" name="Google Shape;1553;p54"/>
          <p:cNvSpPr txBox="1">
            <a:spLocks/>
          </p:cNvSpPr>
          <p:nvPr/>
        </p:nvSpPr>
        <p:spPr>
          <a:xfrm>
            <a:off x="582457" y="1979155"/>
            <a:ext cx="7960093" cy="573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Josefin Sans"/>
              <a:buNone/>
              <a:defRPr sz="2800" b="1" i="0" u="none" strike="noStrike" cap="none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spcAft>
                <a:spcPts val="1600"/>
              </a:spcAft>
            </a:pPr>
            <a:endParaRPr lang="en-US" sz="2200" dirty="0"/>
          </a:p>
        </p:txBody>
      </p:sp>
      <p:sp>
        <p:nvSpPr>
          <p:cNvPr id="11" name="Rectangle 10"/>
          <p:cNvSpPr/>
          <p:nvPr/>
        </p:nvSpPr>
        <p:spPr>
          <a:xfrm>
            <a:off x="3206882" y="2417862"/>
            <a:ext cx="23436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:</a:t>
            </a:r>
            <a:endParaRPr lang="en-IN" dirty="0"/>
          </a:p>
        </p:txBody>
      </p:sp>
      <p:sp>
        <p:nvSpPr>
          <p:cNvPr id="15" name="Google Shape;1553;p54"/>
          <p:cNvSpPr txBox="1">
            <a:spLocks/>
          </p:cNvSpPr>
          <p:nvPr/>
        </p:nvSpPr>
        <p:spPr>
          <a:xfrm>
            <a:off x="755777" y="2700337"/>
            <a:ext cx="7960093" cy="573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Josefin Sans"/>
              <a:buNone/>
              <a:defRPr sz="2800" b="1" i="0" u="none" strike="noStrike" cap="none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spcAft>
                <a:spcPts val="1600"/>
              </a:spcAft>
            </a:pPr>
            <a:r>
              <a:rPr lang="en-US" sz="2200" dirty="0"/>
              <a:t>Products </a:t>
            </a:r>
            <a:r>
              <a:rPr lang="en-US" sz="2200" dirty="0" smtClean="0"/>
              <a:t>recommended to customer:</a:t>
            </a:r>
            <a:endParaRPr lang="en-US" sz="2200" dirty="0"/>
          </a:p>
        </p:txBody>
      </p:sp>
      <p:sp>
        <p:nvSpPr>
          <p:cNvPr id="17" name="Google Shape;1555;p54"/>
          <p:cNvSpPr txBox="1">
            <a:spLocks/>
          </p:cNvSpPr>
          <p:nvPr/>
        </p:nvSpPr>
        <p:spPr>
          <a:xfrm>
            <a:off x="754237" y="3016822"/>
            <a:ext cx="7504239" cy="1123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Josefin Sans"/>
              <a:buChar char="●"/>
              <a:defRPr sz="1800" b="0" i="0" u="none" strike="noStrike" cap="none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Josefin Sans"/>
              <a:buChar char="○"/>
              <a:defRPr sz="1400" b="0" i="0" u="none" strike="noStrike" cap="none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Josefin Sans"/>
              <a:buChar char="■"/>
              <a:defRPr sz="1400" b="0" i="0" u="none" strike="noStrike" cap="none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Josefin Sans"/>
              <a:buChar char="●"/>
              <a:defRPr sz="1400" b="0" i="0" u="none" strike="noStrike" cap="none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Josefin Sans"/>
              <a:buChar char="○"/>
              <a:defRPr sz="1400" b="0" i="0" u="none" strike="noStrike" cap="none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Josefin Sans"/>
              <a:buChar char="■"/>
              <a:defRPr sz="1400" b="0" i="0" u="none" strike="noStrike" cap="none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Josefin Sans"/>
              <a:buChar char="●"/>
              <a:defRPr sz="1400" b="0" i="0" u="none" strike="noStrike" cap="none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Josefin Sans"/>
              <a:buChar char="○"/>
              <a:defRPr sz="1400" b="0" i="0" u="none" strike="noStrike" cap="none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Font typeface="Josefin Sans"/>
              <a:buChar char="■"/>
              <a:defRPr sz="1400" b="0" i="0" u="none" strike="noStrike" cap="none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en-US" dirty="0" smtClean="0">
                <a:solidFill>
                  <a:schemeClr val="accent6">
                    <a:lumMod val="40000"/>
                    <a:lumOff val="60000"/>
                  </a:schemeClr>
                </a:solidFill>
              </a:rPr>
              <a:t>In </a:t>
            </a:r>
            <a:r>
              <a:rPr lang="en-US" dirty="0" smtClean="0">
                <a:solidFill>
                  <a:schemeClr val="bg1"/>
                </a:solidFill>
              </a:rPr>
              <a:t>this </a:t>
            </a:r>
            <a:r>
              <a:rPr lang="en-US" dirty="0">
                <a:solidFill>
                  <a:schemeClr val="bg1"/>
                </a:solidFill>
              </a:rPr>
              <a:t> Find the correlation between every two customers and build a correlation matrix using </a:t>
            </a:r>
            <a:r>
              <a:rPr lang="en-US" dirty="0" err="1">
                <a:solidFill>
                  <a:schemeClr val="bg1"/>
                </a:solidFill>
              </a:rPr>
              <a:t>corr</a:t>
            </a:r>
            <a:r>
              <a:rPr lang="en-US" dirty="0">
                <a:solidFill>
                  <a:schemeClr val="bg1"/>
                </a:solidFill>
              </a:rPr>
              <a:t>() method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Used </a:t>
            </a:r>
            <a:r>
              <a:rPr lang="en-US" dirty="0">
                <a:solidFill>
                  <a:schemeClr val="bg1"/>
                </a:solidFill>
              </a:rPr>
              <a:t>Spearman method in identifying the correlation. 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Products are recommended to customer based on customer purchase history</a:t>
            </a:r>
            <a:endParaRPr lang="en-US" dirty="0" smtClean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0" indent="0" algn="ctr">
              <a:buFont typeface="Josefin Sans"/>
              <a:buNone/>
            </a:pPr>
            <a:endParaRPr lang="en-US" dirty="0" smtClean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0" indent="0" algn="ctr">
              <a:buFont typeface="Josefin Sans"/>
              <a:buNone/>
            </a:pPr>
            <a:endParaRPr lang="en-US" dirty="0" smtClean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0" indent="0" algn="ctr">
              <a:buFont typeface="Josefin Sans"/>
              <a:buNone/>
            </a:pPr>
            <a:endParaRPr lang="en-US" dirty="0" smtClean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0" indent="0" algn="ctr">
              <a:buFont typeface="Josefin Sans"/>
              <a:buNone/>
            </a:pPr>
            <a:endParaRPr lang="en-US" dirty="0" smtClean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0" indent="0" algn="ctr">
              <a:buFont typeface="Josefin Sans"/>
              <a:buNone/>
            </a:pPr>
            <a:endParaRPr lang="en-US" dirty="0" smtClean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0" indent="0" algn="ctr">
              <a:buFont typeface="Josefin Sans"/>
              <a:buNone/>
            </a:pPr>
            <a:endParaRPr lang="en-US" dirty="0" smtClean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0" indent="0" algn="ctr">
              <a:buFont typeface="Josefin Sans"/>
              <a:buNone/>
            </a:pPr>
            <a:endParaRPr lang="en-US" dirty="0" smtClean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0" indent="0" algn="ctr">
              <a:buFont typeface="Josefin Sans"/>
              <a:buNone/>
            </a:pPr>
            <a:r>
              <a:rPr lang="en-US" dirty="0" smtClean="0">
                <a:solidFill>
                  <a:schemeClr val="accent6">
                    <a:lumMod val="40000"/>
                    <a:lumOff val="60000"/>
                  </a:schemeClr>
                </a:solidFill>
              </a:rPr>
              <a:t> </a:t>
            </a:r>
          </a:p>
          <a:p>
            <a:pPr marL="0" indent="0" algn="ctr">
              <a:buFont typeface="Josefin Sans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5893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Google Shape;1513;p53"/>
          <p:cNvSpPr txBox="1">
            <a:spLocks noGrp="1"/>
          </p:cNvSpPr>
          <p:nvPr>
            <p:ph type="title"/>
          </p:nvPr>
        </p:nvSpPr>
        <p:spPr>
          <a:xfrm>
            <a:off x="598500" y="504030"/>
            <a:ext cx="7947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fontAlgn="base"/>
            <a:r>
              <a:rPr lang="en-US" dirty="0" smtClean="0"/>
              <a:t>ITEM BASED</a:t>
            </a:r>
            <a:endParaRPr lang="en-IN" dirty="0"/>
          </a:p>
        </p:txBody>
      </p:sp>
      <p:sp>
        <p:nvSpPr>
          <p:cNvPr id="1514" name="Google Shape;1514;p53"/>
          <p:cNvSpPr/>
          <p:nvPr/>
        </p:nvSpPr>
        <p:spPr>
          <a:xfrm>
            <a:off x="0" y="1551757"/>
            <a:ext cx="9546295" cy="3336342"/>
          </a:xfrm>
          <a:prstGeom prst="rect">
            <a:avLst/>
          </a:prstGeom>
          <a:solidFill>
            <a:schemeClr val="dk1"/>
          </a:solidFill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31" name="Google Shape;1531;p53"/>
          <p:cNvGrpSpPr/>
          <p:nvPr/>
        </p:nvGrpSpPr>
        <p:grpSpPr>
          <a:xfrm>
            <a:off x="5604332" y="2646069"/>
            <a:ext cx="2507333" cy="785854"/>
            <a:chOff x="238125" y="1781200"/>
            <a:chExt cx="7143400" cy="2238900"/>
          </a:xfrm>
        </p:grpSpPr>
        <p:sp>
          <p:nvSpPr>
            <p:cNvPr id="1532" name="Google Shape;1532;p53"/>
            <p:cNvSpPr/>
            <p:nvPr/>
          </p:nvSpPr>
          <p:spPr>
            <a:xfrm>
              <a:off x="238125" y="2096250"/>
              <a:ext cx="7143400" cy="1923850"/>
            </a:xfrm>
            <a:custGeom>
              <a:avLst/>
              <a:gdLst/>
              <a:ahLst/>
              <a:cxnLst/>
              <a:rect l="l" t="t" r="r" b="b"/>
              <a:pathLst>
                <a:path w="285736" h="76954" extrusionOk="0">
                  <a:moveTo>
                    <a:pt x="0" y="0"/>
                  </a:moveTo>
                  <a:lnTo>
                    <a:pt x="0" y="76953"/>
                  </a:lnTo>
                  <a:lnTo>
                    <a:pt x="285735" y="76953"/>
                  </a:lnTo>
                  <a:lnTo>
                    <a:pt x="285735" y="0"/>
                  </a:lnTo>
                  <a:lnTo>
                    <a:pt x="277084" y="0"/>
                  </a:lnTo>
                  <a:lnTo>
                    <a:pt x="277084" y="2791"/>
                  </a:lnTo>
                  <a:lnTo>
                    <a:pt x="282945" y="2791"/>
                  </a:lnTo>
                  <a:lnTo>
                    <a:pt x="282945" y="74163"/>
                  </a:lnTo>
                  <a:lnTo>
                    <a:pt x="2790" y="74163"/>
                  </a:lnTo>
                  <a:lnTo>
                    <a:pt x="2790" y="2791"/>
                  </a:lnTo>
                  <a:lnTo>
                    <a:pt x="36345" y="2791"/>
                  </a:lnTo>
                  <a:lnTo>
                    <a:pt x="36345" y="0"/>
                  </a:ln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53"/>
            <p:cNvSpPr/>
            <p:nvPr/>
          </p:nvSpPr>
          <p:spPr>
            <a:xfrm>
              <a:off x="1410450" y="1820475"/>
              <a:ext cx="465350" cy="861900"/>
            </a:xfrm>
            <a:custGeom>
              <a:avLst/>
              <a:gdLst/>
              <a:ahLst/>
              <a:cxnLst/>
              <a:rect l="l" t="t" r="r" b="b"/>
              <a:pathLst>
                <a:path w="18614" h="34476" extrusionOk="0">
                  <a:moveTo>
                    <a:pt x="1" y="0"/>
                  </a:moveTo>
                  <a:lnTo>
                    <a:pt x="1" y="34475"/>
                  </a:lnTo>
                  <a:lnTo>
                    <a:pt x="983" y="34475"/>
                  </a:lnTo>
                  <a:lnTo>
                    <a:pt x="983" y="18073"/>
                  </a:lnTo>
                  <a:lnTo>
                    <a:pt x="16698" y="18073"/>
                  </a:lnTo>
                  <a:lnTo>
                    <a:pt x="16698" y="17139"/>
                  </a:lnTo>
                  <a:lnTo>
                    <a:pt x="984" y="17139"/>
                  </a:lnTo>
                  <a:lnTo>
                    <a:pt x="984" y="935"/>
                  </a:lnTo>
                  <a:lnTo>
                    <a:pt x="18613" y="935"/>
                  </a:lnTo>
                  <a:lnTo>
                    <a:pt x="18613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53"/>
            <p:cNvSpPr/>
            <p:nvPr/>
          </p:nvSpPr>
          <p:spPr>
            <a:xfrm>
              <a:off x="1967850" y="1781200"/>
              <a:ext cx="716975" cy="901125"/>
            </a:xfrm>
            <a:custGeom>
              <a:avLst/>
              <a:gdLst/>
              <a:ahLst/>
              <a:cxnLst/>
              <a:rect l="l" t="t" r="r" b="b"/>
              <a:pathLst>
                <a:path w="28679" h="36045" extrusionOk="0">
                  <a:moveTo>
                    <a:pt x="14334" y="2356"/>
                  </a:moveTo>
                  <a:lnTo>
                    <a:pt x="22165" y="22247"/>
                  </a:lnTo>
                  <a:lnTo>
                    <a:pt x="6450" y="22247"/>
                  </a:lnTo>
                  <a:lnTo>
                    <a:pt x="14334" y="2356"/>
                  </a:lnTo>
                  <a:close/>
                  <a:moveTo>
                    <a:pt x="14289" y="0"/>
                  </a:moveTo>
                  <a:lnTo>
                    <a:pt x="0" y="36045"/>
                  </a:lnTo>
                  <a:lnTo>
                    <a:pt x="982" y="36045"/>
                  </a:lnTo>
                  <a:lnTo>
                    <a:pt x="6100" y="23130"/>
                  </a:lnTo>
                  <a:lnTo>
                    <a:pt x="22513" y="23130"/>
                  </a:lnTo>
                  <a:lnTo>
                    <a:pt x="27597" y="36045"/>
                  </a:lnTo>
                  <a:lnTo>
                    <a:pt x="28679" y="36045"/>
                  </a:lnTo>
                  <a:lnTo>
                    <a:pt x="14389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53"/>
            <p:cNvSpPr/>
            <p:nvPr/>
          </p:nvSpPr>
          <p:spPr>
            <a:xfrm>
              <a:off x="2835800" y="1815600"/>
              <a:ext cx="525450" cy="876550"/>
            </a:xfrm>
            <a:custGeom>
              <a:avLst/>
              <a:gdLst/>
              <a:ahLst/>
              <a:cxnLst/>
              <a:rect l="l" t="t" r="r" b="b"/>
              <a:pathLst>
                <a:path w="21018" h="35062" extrusionOk="0">
                  <a:moveTo>
                    <a:pt x="10753" y="0"/>
                  </a:moveTo>
                  <a:cubicBezTo>
                    <a:pt x="9019" y="0"/>
                    <a:pt x="7456" y="327"/>
                    <a:pt x="6063" y="982"/>
                  </a:cubicBezTo>
                  <a:cubicBezTo>
                    <a:pt x="4672" y="1636"/>
                    <a:pt x="3567" y="2536"/>
                    <a:pt x="2750" y="3682"/>
                  </a:cubicBezTo>
                  <a:cubicBezTo>
                    <a:pt x="1930" y="4829"/>
                    <a:pt x="1522" y="6172"/>
                    <a:pt x="1522" y="7709"/>
                  </a:cubicBezTo>
                  <a:cubicBezTo>
                    <a:pt x="1522" y="8921"/>
                    <a:pt x="1784" y="9969"/>
                    <a:pt x="2307" y="10852"/>
                  </a:cubicBezTo>
                  <a:cubicBezTo>
                    <a:pt x="2832" y="11736"/>
                    <a:pt x="3526" y="12489"/>
                    <a:pt x="4394" y="13111"/>
                  </a:cubicBezTo>
                  <a:cubicBezTo>
                    <a:pt x="5262" y="13732"/>
                    <a:pt x="6236" y="14280"/>
                    <a:pt x="7316" y="14757"/>
                  </a:cubicBezTo>
                  <a:cubicBezTo>
                    <a:pt x="8395" y="15231"/>
                    <a:pt x="9509" y="15665"/>
                    <a:pt x="10655" y="16058"/>
                  </a:cubicBezTo>
                  <a:cubicBezTo>
                    <a:pt x="12185" y="16628"/>
                    <a:pt x="13684" y="17276"/>
                    <a:pt x="15150" y="17997"/>
                  </a:cubicBezTo>
                  <a:cubicBezTo>
                    <a:pt x="16573" y="18699"/>
                    <a:pt x="17744" y="19632"/>
                    <a:pt x="18659" y="20796"/>
                  </a:cubicBezTo>
                  <a:cubicBezTo>
                    <a:pt x="19577" y="21960"/>
                    <a:pt x="20036" y="23506"/>
                    <a:pt x="20036" y="25436"/>
                  </a:cubicBezTo>
                  <a:cubicBezTo>
                    <a:pt x="20034" y="27400"/>
                    <a:pt x="19568" y="29029"/>
                    <a:pt x="18636" y="30322"/>
                  </a:cubicBezTo>
                  <a:cubicBezTo>
                    <a:pt x="17702" y="31614"/>
                    <a:pt x="16499" y="32580"/>
                    <a:pt x="15026" y="33219"/>
                  </a:cubicBezTo>
                  <a:cubicBezTo>
                    <a:pt x="13579" y="33850"/>
                    <a:pt x="12019" y="34176"/>
                    <a:pt x="10442" y="34176"/>
                  </a:cubicBezTo>
                  <a:cubicBezTo>
                    <a:pt x="10431" y="34176"/>
                    <a:pt x="10421" y="34176"/>
                    <a:pt x="10410" y="34176"/>
                  </a:cubicBezTo>
                  <a:cubicBezTo>
                    <a:pt x="10405" y="34176"/>
                    <a:pt x="10400" y="34176"/>
                    <a:pt x="10395" y="34176"/>
                  </a:cubicBezTo>
                  <a:cubicBezTo>
                    <a:pt x="9094" y="34176"/>
                    <a:pt x="7801" y="33986"/>
                    <a:pt x="6554" y="33612"/>
                  </a:cubicBezTo>
                  <a:cubicBezTo>
                    <a:pt x="5294" y="33237"/>
                    <a:pt x="4139" y="32778"/>
                    <a:pt x="3093" y="32237"/>
                  </a:cubicBezTo>
                  <a:cubicBezTo>
                    <a:pt x="2045" y="31697"/>
                    <a:pt x="1179" y="31181"/>
                    <a:pt x="491" y="30690"/>
                  </a:cubicBezTo>
                  <a:lnTo>
                    <a:pt x="0" y="31575"/>
                  </a:lnTo>
                  <a:cubicBezTo>
                    <a:pt x="425" y="31837"/>
                    <a:pt x="1113" y="32246"/>
                    <a:pt x="2062" y="32802"/>
                  </a:cubicBezTo>
                  <a:cubicBezTo>
                    <a:pt x="3011" y="33360"/>
                    <a:pt x="4205" y="33876"/>
                    <a:pt x="5647" y="34349"/>
                  </a:cubicBezTo>
                  <a:cubicBezTo>
                    <a:pt x="7088" y="34824"/>
                    <a:pt x="8741" y="35061"/>
                    <a:pt x="10606" y="35061"/>
                  </a:cubicBezTo>
                  <a:cubicBezTo>
                    <a:pt x="12572" y="35061"/>
                    <a:pt x="14339" y="34669"/>
                    <a:pt x="15910" y="33883"/>
                  </a:cubicBezTo>
                  <a:cubicBezTo>
                    <a:pt x="17481" y="33096"/>
                    <a:pt x="18725" y="31982"/>
                    <a:pt x="19641" y="30543"/>
                  </a:cubicBezTo>
                  <a:cubicBezTo>
                    <a:pt x="20559" y="29104"/>
                    <a:pt x="21017" y="27385"/>
                    <a:pt x="21017" y="25387"/>
                  </a:cubicBezTo>
                  <a:cubicBezTo>
                    <a:pt x="21017" y="23816"/>
                    <a:pt x="20741" y="22483"/>
                    <a:pt x="20182" y="21385"/>
                  </a:cubicBezTo>
                  <a:cubicBezTo>
                    <a:pt x="19625" y="20289"/>
                    <a:pt x="18872" y="19372"/>
                    <a:pt x="17924" y="18636"/>
                  </a:cubicBezTo>
                  <a:cubicBezTo>
                    <a:pt x="16974" y="17899"/>
                    <a:pt x="15926" y="17269"/>
                    <a:pt x="14780" y="16744"/>
                  </a:cubicBezTo>
                  <a:cubicBezTo>
                    <a:pt x="13634" y="16221"/>
                    <a:pt x="12472" y="15746"/>
                    <a:pt x="11294" y="15321"/>
                  </a:cubicBezTo>
                  <a:cubicBezTo>
                    <a:pt x="9755" y="14730"/>
                    <a:pt x="8323" y="14118"/>
                    <a:pt x="6997" y="13480"/>
                  </a:cubicBezTo>
                  <a:cubicBezTo>
                    <a:pt x="5672" y="12840"/>
                    <a:pt x="4592" y="12054"/>
                    <a:pt x="3757" y="11122"/>
                  </a:cubicBezTo>
                  <a:cubicBezTo>
                    <a:pt x="2921" y="10189"/>
                    <a:pt x="2503" y="9003"/>
                    <a:pt x="2503" y="7561"/>
                  </a:cubicBezTo>
                  <a:cubicBezTo>
                    <a:pt x="2505" y="5663"/>
                    <a:pt x="3267" y="4069"/>
                    <a:pt x="4788" y="2775"/>
                  </a:cubicBezTo>
                  <a:cubicBezTo>
                    <a:pt x="6309" y="1480"/>
                    <a:pt x="8330" y="834"/>
                    <a:pt x="10853" y="834"/>
                  </a:cubicBezTo>
                  <a:cubicBezTo>
                    <a:pt x="10858" y="834"/>
                    <a:pt x="10863" y="834"/>
                    <a:pt x="10869" y="834"/>
                  </a:cubicBezTo>
                  <a:cubicBezTo>
                    <a:pt x="12390" y="834"/>
                    <a:pt x="13905" y="1041"/>
                    <a:pt x="15371" y="1448"/>
                  </a:cubicBezTo>
                  <a:cubicBezTo>
                    <a:pt x="16844" y="1859"/>
                    <a:pt x="18038" y="2259"/>
                    <a:pt x="18955" y="2651"/>
                  </a:cubicBezTo>
                  <a:lnTo>
                    <a:pt x="19347" y="1914"/>
                  </a:lnTo>
                  <a:cubicBezTo>
                    <a:pt x="18169" y="1357"/>
                    <a:pt x="16753" y="899"/>
                    <a:pt x="15100" y="540"/>
                  </a:cubicBezTo>
                  <a:cubicBezTo>
                    <a:pt x="13447" y="179"/>
                    <a:pt x="11997" y="0"/>
                    <a:pt x="10753" y="0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53"/>
            <p:cNvSpPr/>
            <p:nvPr/>
          </p:nvSpPr>
          <p:spPr>
            <a:xfrm>
              <a:off x="3583425" y="1820475"/>
              <a:ext cx="611375" cy="861850"/>
            </a:xfrm>
            <a:custGeom>
              <a:avLst/>
              <a:gdLst/>
              <a:ahLst/>
              <a:cxnLst/>
              <a:rect l="l" t="t" r="r" b="b"/>
              <a:pathLst>
                <a:path w="24455" h="34474" extrusionOk="0">
                  <a:moveTo>
                    <a:pt x="1" y="0"/>
                  </a:moveTo>
                  <a:lnTo>
                    <a:pt x="1" y="34474"/>
                  </a:lnTo>
                  <a:lnTo>
                    <a:pt x="983" y="34474"/>
                  </a:lnTo>
                  <a:lnTo>
                    <a:pt x="983" y="17581"/>
                  </a:lnTo>
                  <a:lnTo>
                    <a:pt x="23473" y="17581"/>
                  </a:lnTo>
                  <a:lnTo>
                    <a:pt x="23473" y="34474"/>
                  </a:lnTo>
                  <a:lnTo>
                    <a:pt x="24455" y="34474"/>
                  </a:lnTo>
                  <a:lnTo>
                    <a:pt x="24455" y="0"/>
                  </a:lnTo>
                  <a:lnTo>
                    <a:pt x="23474" y="0"/>
                  </a:lnTo>
                  <a:lnTo>
                    <a:pt x="23474" y="16649"/>
                  </a:lnTo>
                  <a:lnTo>
                    <a:pt x="983" y="16649"/>
                  </a:lnTo>
                  <a:lnTo>
                    <a:pt x="983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53"/>
            <p:cNvSpPr/>
            <p:nvPr/>
          </p:nvSpPr>
          <p:spPr>
            <a:xfrm>
              <a:off x="4485725" y="1820475"/>
              <a:ext cx="24600" cy="861850"/>
            </a:xfrm>
            <a:custGeom>
              <a:avLst/>
              <a:gdLst/>
              <a:ahLst/>
              <a:cxnLst/>
              <a:rect l="l" t="t" r="r" b="b"/>
              <a:pathLst>
                <a:path w="984" h="34474" extrusionOk="0">
                  <a:moveTo>
                    <a:pt x="0" y="0"/>
                  </a:moveTo>
                  <a:lnTo>
                    <a:pt x="0" y="34474"/>
                  </a:lnTo>
                  <a:lnTo>
                    <a:pt x="984" y="34474"/>
                  </a:lnTo>
                  <a:lnTo>
                    <a:pt x="98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53"/>
            <p:cNvSpPr/>
            <p:nvPr/>
          </p:nvSpPr>
          <p:spPr>
            <a:xfrm>
              <a:off x="4747200" y="1810650"/>
              <a:ext cx="881475" cy="881500"/>
            </a:xfrm>
            <a:custGeom>
              <a:avLst/>
              <a:gdLst/>
              <a:ahLst/>
              <a:cxnLst/>
              <a:rect l="l" t="t" r="r" b="b"/>
              <a:pathLst>
                <a:path w="35259" h="35260" extrusionOk="0">
                  <a:moveTo>
                    <a:pt x="17581" y="934"/>
                  </a:moveTo>
                  <a:cubicBezTo>
                    <a:pt x="19872" y="934"/>
                    <a:pt x="22023" y="1377"/>
                    <a:pt x="24037" y="2260"/>
                  </a:cubicBezTo>
                  <a:cubicBezTo>
                    <a:pt x="26051" y="3144"/>
                    <a:pt x="27820" y="4355"/>
                    <a:pt x="29341" y="5893"/>
                  </a:cubicBezTo>
                  <a:cubicBezTo>
                    <a:pt x="30862" y="7432"/>
                    <a:pt x="32065" y="9208"/>
                    <a:pt x="32950" y="11222"/>
                  </a:cubicBezTo>
                  <a:cubicBezTo>
                    <a:pt x="33834" y="13236"/>
                    <a:pt x="34277" y="15388"/>
                    <a:pt x="34277" y="17679"/>
                  </a:cubicBezTo>
                  <a:cubicBezTo>
                    <a:pt x="34277" y="20005"/>
                    <a:pt x="33834" y="22174"/>
                    <a:pt x="32950" y="24186"/>
                  </a:cubicBezTo>
                  <a:cubicBezTo>
                    <a:pt x="32067" y="26200"/>
                    <a:pt x="30855" y="27967"/>
                    <a:pt x="29317" y="29490"/>
                  </a:cubicBezTo>
                  <a:cubicBezTo>
                    <a:pt x="27779" y="31011"/>
                    <a:pt x="25995" y="32198"/>
                    <a:pt x="23965" y="33049"/>
                  </a:cubicBezTo>
                  <a:cubicBezTo>
                    <a:pt x="21934" y="33901"/>
                    <a:pt x="19758" y="34327"/>
                    <a:pt x="17433" y="34327"/>
                  </a:cubicBezTo>
                  <a:cubicBezTo>
                    <a:pt x="15175" y="34326"/>
                    <a:pt x="13047" y="33901"/>
                    <a:pt x="11050" y="33049"/>
                  </a:cubicBezTo>
                  <a:cubicBezTo>
                    <a:pt x="9052" y="32198"/>
                    <a:pt x="7301" y="31012"/>
                    <a:pt x="5796" y="29490"/>
                  </a:cubicBezTo>
                  <a:cubicBezTo>
                    <a:pt x="4289" y="27967"/>
                    <a:pt x="3111" y="26200"/>
                    <a:pt x="2259" y="24187"/>
                  </a:cubicBezTo>
                  <a:cubicBezTo>
                    <a:pt x="1408" y="22174"/>
                    <a:pt x="983" y="20021"/>
                    <a:pt x="983" y="17729"/>
                  </a:cubicBezTo>
                  <a:cubicBezTo>
                    <a:pt x="983" y="15503"/>
                    <a:pt x="1401" y="13384"/>
                    <a:pt x="2234" y="11369"/>
                  </a:cubicBezTo>
                  <a:cubicBezTo>
                    <a:pt x="3058" y="9372"/>
                    <a:pt x="4249" y="7548"/>
                    <a:pt x="5747" y="5992"/>
                  </a:cubicBezTo>
                  <a:cubicBezTo>
                    <a:pt x="7252" y="4419"/>
                    <a:pt x="9012" y="3184"/>
                    <a:pt x="11025" y="2284"/>
                  </a:cubicBezTo>
                  <a:cubicBezTo>
                    <a:pt x="13038" y="1384"/>
                    <a:pt x="15223" y="934"/>
                    <a:pt x="17581" y="934"/>
                  </a:cubicBezTo>
                  <a:close/>
                  <a:moveTo>
                    <a:pt x="17581" y="0"/>
                  </a:moveTo>
                  <a:cubicBezTo>
                    <a:pt x="15159" y="0"/>
                    <a:pt x="12883" y="459"/>
                    <a:pt x="10755" y="1377"/>
                  </a:cubicBezTo>
                  <a:cubicBezTo>
                    <a:pt x="8626" y="2293"/>
                    <a:pt x="6760" y="3562"/>
                    <a:pt x="5157" y="5181"/>
                  </a:cubicBezTo>
                  <a:cubicBezTo>
                    <a:pt x="3553" y="6802"/>
                    <a:pt x="2293" y="8685"/>
                    <a:pt x="1376" y="10831"/>
                  </a:cubicBezTo>
                  <a:cubicBezTo>
                    <a:pt x="460" y="12975"/>
                    <a:pt x="1" y="15258"/>
                    <a:pt x="1" y="17679"/>
                  </a:cubicBezTo>
                  <a:cubicBezTo>
                    <a:pt x="1" y="20232"/>
                    <a:pt x="460" y="22581"/>
                    <a:pt x="1376" y="24725"/>
                  </a:cubicBezTo>
                  <a:cubicBezTo>
                    <a:pt x="2293" y="26871"/>
                    <a:pt x="3552" y="28728"/>
                    <a:pt x="5157" y="30299"/>
                  </a:cubicBezTo>
                  <a:cubicBezTo>
                    <a:pt x="6760" y="31871"/>
                    <a:pt x="8627" y="33092"/>
                    <a:pt x="10755" y="33958"/>
                  </a:cubicBezTo>
                  <a:cubicBezTo>
                    <a:pt x="12883" y="34826"/>
                    <a:pt x="15159" y="35259"/>
                    <a:pt x="17581" y="35259"/>
                  </a:cubicBezTo>
                  <a:cubicBezTo>
                    <a:pt x="17585" y="35259"/>
                    <a:pt x="17589" y="35259"/>
                    <a:pt x="17593" y="35259"/>
                  </a:cubicBezTo>
                  <a:cubicBezTo>
                    <a:pt x="20010" y="35259"/>
                    <a:pt x="22282" y="34801"/>
                    <a:pt x="24406" y="33885"/>
                  </a:cubicBezTo>
                  <a:cubicBezTo>
                    <a:pt x="26534" y="32969"/>
                    <a:pt x="28409" y="31707"/>
                    <a:pt x="30028" y="30104"/>
                  </a:cubicBezTo>
                  <a:cubicBezTo>
                    <a:pt x="31650" y="28499"/>
                    <a:pt x="32927" y="26632"/>
                    <a:pt x="33859" y="24505"/>
                  </a:cubicBezTo>
                  <a:cubicBezTo>
                    <a:pt x="34793" y="22379"/>
                    <a:pt x="35259" y="20103"/>
                    <a:pt x="35259" y="17679"/>
                  </a:cubicBezTo>
                  <a:cubicBezTo>
                    <a:pt x="35259" y="15258"/>
                    <a:pt x="34793" y="12975"/>
                    <a:pt x="33859" y="10831"/>
                  </a:cubicBezTo>
                  <a:cubicBezTo>
                    <a:pt x="32927" y="8685"/>
                    <a:pt x="31650" y="6802"/>
                    <a:pt x="30028" y="5181"/>
                  </a:cubicBezTo>
                  <a:cubicBezTo>
                    <a:pt x="28409" y="3562"/>
                    <a:pt x="26534" y="2293"/>
                    <a:pt x="24406" y="1377"/>
                  </a:cubicBezTo>
                  <a:cubicBezTo>
                    <a:pt x="22277" y="459"/>
                    <a:pt x="20002" y="0"/>
                    <a:pt x="17581" y="0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53"/>
            <p:cNvSpPr/>
            <p:nvPr/>
          </p:nvSpPr>
          <p:spPr>
            <a:xfrm>
              <a:off x="5864375" y="1807025"/>
              <a:ext cx="705950" cy="891275"/>
            </a:xfrm>
            <a:custGeom>
              <a:avLst/>
              <a:gdLst/>
              <a:ahLst/>
              <a:cxnLst/>
              <a:rect l="l" t="t" r="r" b="b"/>
              <a:pathLst>
                <a:path w="28238" h="35651" extrusionOk="0">
                  <a:moveTo>
                    <a:pt x="1" y="0"/>
                  </a:moveTo>
                  <a:lnTo>
                    <a:pt x="1" y="35012"/>
                  </a:lnTo>
                  <a:lnTo>
                    <a:pt x="983" y="35012"/>
                  </a:lnTo>
                  <a:lnTo>
                    <a:pt x="934" y="2607"/>
                  </a:lnTo>
                  <a:lnTo>
                    <a:pt x="934" y="2607"/>
                  </a:lnTo>
                  <a:lnTo>
                    <a:pt x="28186" y="35651"/>
                  </a:lnTo>
                  <a:lnTo>
                    <a:pt x="28237" y="35651"/>
                  </a:lnTo>
                  <a:lnTo>
                    <a:pt x="28237" y="538"/>
                  </a:lnTo>
                  <a:lnTo>
                    <a:pt x="27304" y="538"/>
                  </a:lnTo>
                  <a:lnTo>
                    <a:pt x="27304" y="33091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53"/>
            <p:cNvSpPr/>
            <p:nvPr/>
          </p:nvSpPr>
          <p:spPr>
            <a:xfrm>
              <a:off x="1386400" y="3019050"/>
              <a:ext cx="290600" cy="484775"/>
            </a:xfrm>
            <a:custGeom>
              <a:avLst/>
              <a:gdLst/>
              <a:ahLst/>
              <a:cxnLst/>
              <a:rect l="l" t="t" r="r" b="b"/>
              <a:pathLst>
                <a:path w="11624" h="19391" extrusionOk="0">
                  <a:moveTo>
                    <a:pt x="5946" y="0"/>
                  </a:moveTo>
                  <a:cubicBezTo>
                    <a:pt x="4987" y="0"/>
                    <a:pt x="4123" y="182"/>
                    <a:pt x="3353" y="544"/>
                  </a:cubicBezTo>
                  <a:cubicBezTo>
                    <a:pt x="2582" y="904"/>
                    <a:pt x="1971" y="1403"/>
                    <a:pt x="1520" y="2037"/>
                  </a:cubicBezTo>
                  <a:cubicBezTo>
                    <a:pt x="1068" y="2670"/>
                    <a:pt x="841" y="3413"/>
                    <a:pt x="841" y="4265"/>
                  </a:cubicBezTo>
                  <a:cubicBezTo>
                    <a:pt x="841" y="4935"/>
                    <a:pt x="986" y="5513"/>
                    <a:pt x="1277" y="6002"/>
                  </a:cubicBezTo>
                  <a:cubicBezTo>
                    <a:pt x="1568" y="6494"/>
                    <a:pt x="1962" y="6920"/>
                    <a:pt x="2430" y="7250"/>
                  </a:cubicBezTo>
                  <a:cubicBezTo>
                    <a:pt x="2911" y="7596"/>
                    <a:pt x="3448" y="7899"/>
                    <a:pt x="4045" y="8162"/>
                  </a:cubicBezTo>
                  <a:cubicBezTo>
                    <a:pt x="4643" y="8423"/>
                    <a:pt x="5257" y="8663"/>
                    <a:pt x="5890" y="8880"/>
                  </a:cubicBezTo>
                  <a:cubicBezTo>
                    <a:pt x="6761" y="9207"/>
                    <a:pt x="7589" y="9564"/>
                    <a:pt x="8376" y="9953"/>
                  </a:cubicBezTo>
                  <a:cubicBezTo>
                    <a:pt x="9163" y="10342"/>
                    <a:pt x="9810" y="10858"/>
                    <a:pt x="10317" y="11500"/>
                  </a:cubicBezTo>
                  <a:cubicBezTo>
                    <a:pt x="10824" y="12143"/>
                    <a:pt x="11078" y="12999"/>
                    <a:pt x="11078" y="14066"/>
                  </a:cubicBezTo>
                  <a:cubicBezTo>
                    <a:pt x="11081" y="15154"/>
                    <a:pt x="10823" y="16055"/>
                    <a:pt x="10306" y="16770"/>
                  </a:cubicBezTo>
                  <a:cubicBezTo>
                    <a:pt x="9788" y="17485"/>
                    <a:pt x="9123" y="18020"/>
                    <a:pt x="8310" y="18372"/>
                  </a:cubicBezTo>
                  <a:cubicBezTo>
                    <a:pt x="7508" y="18722"/>
                    <a:pt x="6643" y="18902"/>
                    <a:pt x="5767" y="18902"/>
                  </a:cubicBezTo>
                  <a:cubicBezTo>
                    <a:pt x="5764" y="18902"/>
                    <a:pt x="5760" y="18902"/>
                    <a:pt x="5757" y="18902"/>
                  </a:cubicBezTo>
                  <a:cubicBezTo>
                    <a:pt x="5036" y="18902"/>
                    <a:pt x="4318" y="18797"/>
                    <a:pt x="3626" y="18590"/>
                  </a:cubicBezTo>
                  <a:cubicBezTo>
                    <a:pt x="2928" y="18382"/>
                    <a:pt x="2291" y="18127"/>
                    <a:pt x="1710" y="17830"/>
                  </a:cubicBezTo>
                  <a:cubicBezTo>
                    <a:pt x="1130" y="17531"/>
                    <a:pt x="651" y="17246"/>
                    <a:pt x="271" y="16975"/>
                  </a:cubicBezTo>
                  <a:lnTo>
                    <a:pt x="0" y="17463"/>
                  </a:lnTo>
                  <a:cubicBezTo>
                    <a:pt x="235" y="17608"/>
                    <a:pt x="616" y="17834"/>
                    <a:pt x="1140" y="18142"/>
                  </a:cubicBezTo>
                  <a:cubicBezTo>
                    <a:pt x="1665" y="18450"/>
                    <a:pt x="2326" y="18734"/>
                    <a:pt x="3123" y="18996"/>
                  </a:cubicBezTo>
                  <a:cubicBezTo>
                    <a:pt x="3919" y="19259"/>
                    <a:pt x="4833" y="19390"/>
                    <a:pt x="5865" y="19390"/>
                  </a:cubicBezTo>
                  <a:cubicBezTo>
                    <a:pt x="6951" y="19390"/>
                    <a:pt x="7929" y="19174"/>
                    <a:pt x="8799" y="18738"/>
                  </a:cubicBezTo>
                  <a:cubicBezTo>
                    <a:pt x="9667" y="18305"/>
                    <a:pt x="10356" y="17689"/>
                    <a:pt x="10863" y="16892"/>
                  </a:cubicBezTo>
                  <a:cubicBezTo>
                    <a:pt x="11370" y="16095"/>
                    <a:pt x="11623" y="15145"/>
                    <a:pt x="11623" y="14040"/>
                  </a:cubicBezTo>
                  <a:cubicBezTo>
                    <a:pt x="11623" y="13171"/>
                    <a:pt x="11469" y="12434"/>
                    <a:pt x="11160" y="11827"/>
                  </a:cubicBezTo>
                  <a:cubicBezTo>
                    <a:pt x="10864" y="11233"/>
                    <a:pt x="10436" y="10713"/>
                    <a:pt x="9911" y="10306"/>
                  </a:cubicBezTo>
                  <a:cubicBezTo>
                    <a:pt x="9375" y="9891"/>
                    <a:pt x="8792" y="9541"/>
                    <a:pt x="8173" y="9261"/>
                  </a:cubicBezTo>
                  <a:cubicBezTo>
                    <a:pt x="7540" y="8971"/>
                    <a:pt x="6898" y="8708"/>
                    <a:pt x="6246" y="8474"/>
                  </a:cubicBezTo>
                  <a:cubicBezTo>
                    <a:pt x="5396" y="8147"/>
                    <a:pt x="4603" y="7808"/>
                    <a:pt x="3869" y="7455"/>
                  </a:cubicBezTo>
                  <a:cubicBezTo>
                    <a:pt x="3138" y="7102"/>
                    <a:pt x="2540" y="6667"/>
                    <a:pt x="2078" y="6151"/>
                  </a:cubicBezTo>
                  <a:cubicBezTo>
                    <a:pt x="1615" y="5635"/>
                    <a:pt x="1385" y="4979"/>
                    <a:pt x="1385" y="4183"/>
                  </a:cubicBezTo>
                  <a:cubicBezTo>
                    <a:pt x="1386" y="3132"/>
                    <a:pt x="1807" y="2248"/>
                    <a:pt x="2648" y="1535"/>
                  </a:cubicBezTo>
                  <a:cubicBezTo>
                    <a:pt x="3490" y="819"/>
                    <a:pt x="4606" y="462"/>
                    <a:pt x="6001" y="462"/>
                  </a:cubicBezTo>
                  <a:cubicBezTo>
                    <a:pt x="6846" y="462"/>
                    <a:pt x="7687" y="576"/>
                    <a:pt x="8500" y="802"/>
                  </a:cubicBezTo>
                  <a:cubicBezTo>
                    <a:pt x="9314" y="1028"/>
                    <a:pt x="9974" y="1250"/>
                    <a:pt x="10482" y="1467"/>
                  </a:cubicBezTo>
                  <a:lnTo>
                    <a:pt x="10698" y="1060"/>
                  </a:lnTo>
                  <a:cubicBezTo>
                    <a:pt x="10048" y="751"/>
                    <a:pt x="9264" y="497"/>
                    <a:pt x="8351" y="299"/>
                  </a:cubicBezTo>
                  <a:cubicBezTo>
                    <a:pt x="7436" y="100"/>
                    <a:pt x="6635" y="0"/>
                    <a:pt x="5946" y="0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53"/>
            <p:cNvSpPr/>
            <p:nvPr/>
          </p:nvSpPr>
          <p:spPr>
            <a:xfrm>
              <a:off x="1963450" y="3021750"/>
              <a:ext cx="309600" cy="476625"/>
            </a:xfrm>
            <a:custGeom>
              <a:avLst/>
              <a:gdLst/>
              <a:ahLst/>
              <a:cxnLst/>
              <a:rect l="l" t="t" r="r" b="b"/>
              <a:pathLst>
                <a:path w="12384" h="19065" extrusionOk="0">
                  <a:moveTo>
                    <a:pt x="0" y="1"/>
                  </a:moveTo>
                  <a:lnTo>
                    <a:pt x="0" y="517"/>
                  </a:lnTo>
                  <a:lnTo>
                    <a:pt x="5919" y="517"/>
                  </a:lnTo>
                  <a:lnTo>
                    <a:pt x="5919" y="19064"/>
                  </a:lnTo>
                  <a:lnTo>
                    <a:pt x="6463" y="19064"/>
                  </a:lnTo>
                  <a:lnTo>
                    <a:pt x="6463" y="517"/>
                  </a:lnTo>
                  <a:lnTo>
                    <a:pt x="12384" y="517"/>
                  </a:lnTo>
                  <a:lnTo>
                    <a:pt x="12384" y="1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53"/>
            <p:cNvSpPr/>
            <p:nvPr/>
          </p:nvSpPr>
          <p:spPr>
            <a:xfrm>
              <a:off x="2568350" y="3016325"/>
              <a:ext cx="487525" cy="487500"/>
            </a:xfrm>
            <a:custGeom>
              <a:avLst/>
              <a:gdLst/>
              <a:ahLst/>
              <a:cxnLst/>
              <a:rect l="l" t="t" r="r" b="b"/>
              <a:pathLst>
                <a:path w="19501" h="19500" extrusionOk="0">
                  <a:moveTo>
                    <a:pt x="9721" y="517"/>
                  </a:moveTo>
                  <a:cubicBezTo>
                    <a:pt x="10990" y="517"/>
                    <a:pt x="12180" y="760"/>
                    <a:pt x="13292" y="1249"/>
                  </a:cubicBezTo>
                  <a:cubicBezTo>
                    <a:pt x="14389" y="1727"/>
                    <a:pt x="15385" y="2409"/>
                    <a:pt x="16225" y="3259"/>
                  </a:cubicBezTo>
                  <a:cubicBezTo>
                    <a:pt x="17068" y="4109"/>
                    <a:pt x="17745" y="5108"/>
                    <a:pt x="18222" y="6206"/>
                  </a:cubicBezTo>
                  <a:cubicBezTo>
                    <a:pt x="18710" y="7320"/>
                    <a:pt x="18955" y="8510"/>
                    <a:pt x="18955" y="9777"/>
                  </a:cubicBezTo>
                  <a:cubicBezTo>
                    <a:pt x="18955" y="11062"/>
                    <a:pt x="18710" y="12263"/>
                    <a:pt x="18222" y="13375"/>
                  </a:cubicBezTo>
                  <a:cubicBezTo>
                    <a:pt x="17745" y="14471"/>
                    <a:pt x="17063" y="15466"/>
                    <a:pt x="16212" y="16308"/>
                  </a:cubicBezTo>
                  <a:cubicBezTo>
                    <a:pt x="15362" y="17150"/>
                    <a:pt x="14375" y="17807"/>
                    <a:pt x="13253" y="18277"/>
                  </a:cubicBezTo>
                  <a:cubicBezTo>
                    <a:pt x="12130" y="18748"/>
                    <a:pt x="10926" y="18984"/>
                    <a:pt x="9642" y="18984"/>
                  </a:cubicBezTo>
                  <a:cubicBezTo>
                    <a:pt x="8392" y="18984"/>
                    <a:pt x="7215" y="18748"/>
                    <a:pt x="6111" y="18277"/>
                  </a:cubicBezTo>
                  <a:cubicBezTo>
                    <a:pt x="5022" y="17817"/>
                    <a:pt x="4035" y="17147"/>
                    <a:pt x="3205" y="16308"/>
                  </a:cubicBezTo>
                  <a:cubicBezTo>
                    <a:pt x="2371" y="15465"/>
                    <a:pt x="1721" y="14487"/>
                    <a:pt x="1249" y="13375"/>
                  </a:cubicBezTo>
                  <a:cubicBezTo>
                    <a:pt x="778" y="12261"/>
                    <a:pt x="544" y="11071"/>
                    <a:pt x="544" y="9804"/>
                  </a:cubicBezTo>
                  <a:cubicBezTo>
                    <a:pt x="544" y="8573"/>
                    <a:pt x="774" y="7400"/>
                    <a:pt x="1235" y="6288"/>
                  </a:cubicBezTo>
                  <a:cubicBezTo>
                    <a:pt x="1691" y="5183"/>
                    <a:pt x="2349" y="4175"/>
                    <a:pt x="3177" y="3314"/>
                  </a:cubicBezTo>
                  <a:cubicBezTo>
                    <a:pt x="4011" y="2444"/>
                    <a:pt x="4984" y="1761"/>
                    <a:pt x="6097" y="1263"/>
                  </a:cubicBezTo>
                  <a:cubicBezTo>
                    <a:pt x="7209" y="766"/>
                    <a:pt x="8418" y="517"/>
                    <a:pt x="9721" y="517"/>
                  </a:cubicBezTo>
                  <a:close/>
                  <a:moveTo>
                    <a:pt x="9722" y="1"/>
                  </a:moveTo>
                  <a:cubicBezTo>
                    <a:pt x="8383" y="1"/>
                    <a:pt x="7124" y="254"/>
                    <a:pt x="5947" y="761"/>
                  </a:cubicBezTo>
                  <a:cubicBezTo>
                    <a:pt x="4772" y="1267"/>
                    <a:pt x="3739" y="1969"/>
                    <a:pt x="2852" y="2866"/>
                  </a:cubicBezTo>
                  <a:cubicBezTo>
                    <a:pt x="1964" y="3761"/>
                    <a:pt x="1266" y="4802"/>
                    <a:pt x="761" y="5987"/>
                  </a:cubicBezTo>
                  <a:cubicBezTo>
                    <a:pt x="254" y="7174"/>
                    <a:pt x="1" y="8438"/>
                    <a:pt x="1" y="9777"/>
                  </a:cubicBezTo>
                  <a:cubicBezTo>
                    <a:pt x="0" y="11190"/>
                    <a:pt x="254" y="12488"/>
                    <a:pt x="761" y="13674"/>
                  </a:cubicBezTo>
                  <a:cubicBezTo>
                    <a:pt x="1268" y="14860"/>
                    <a:pt x="1964" y="15887"/>
                    <a:pt x="2852" y="16758"/>
                  </a:cubicBezTo>
                  <a:cubicBezTo>
                    <a:pt x="3739" y="17627"/>
                    <a:pt x="4770" y="18301"/>
                    <a:pt x="5947" y="18780"/>
                  </a:cubicBezTo>
                  <a:cubicBezTo>
                    <a:pt x="7124" y="19259"/>
                    <a:pt x="8383" y="19499"/>
                    <a:pt x="9722" y="19499"/>
                  </a:cubicBezTo>
                  <a:cubicBezTo>
                    <a:pt x="11062" y="19499"/>
                    <a:pt x="12321" y="19246"/>
                    <a:pt x="13498" y="18739"/>
                  </a:cubicBezTo>
                  <a:cubicBezTo>
                    <a:pt x="14657" y="18244"/>
                    <a:pt x="15712" y="17534"/>
                    <a:pt x="16607" y="16648"/>
                  </a:cubicBezTo>
                  <a:cubicBezTo>
                    <a:pt x="17503" y="15759"/>
                    <a:pt x="18209" y="14728"/>
                    <a:pt x="18725" y="13551"/>
                  </a:cubicBezTo>
                  <a:cubicBezTo>
                    <a:pt x="19241" y="12376"/>
                    <a:pt x="19499" y="11117"/>
                    <a:pt x="19499" y="9777"/>
                  </a:cubicBezTo>
                  <a:cubicBezTo>
                    <a:pt x="19500" y="8436"/>
                    <a:pt x="19242" y="7173"/>
                    <a:pt x="18725" y="5987"/>
                  </a:cubicBezTo>
                  <a:cubicBezTo>
                    <a:pt x="18208" y="4803"/>
                    <a:pt x="17503" y="3763"/>
                    <a:pt x="16607" y="2866"/>
                  </a:cubicBezTo>
                  <a:cubicBezTo>
                    <a:pt x="15715" y="1972"/>
                    <a:pt x="14658" y="1258"/>
                    <a:pt x="13498" y="761"/>
                  </a:cubicBezTo>
                  <a:cubicBezTo>
                    <a:pt x="12321" y="254"/>
                    <a:pt x="11062" y="1"/>
                    <a:pt x="9722" y="1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53"/>
            <p:cNvSpPr/>
            <p:nvPr/>
          </p:nvSpPr>
          <p:spPr>
            <a:xfrm>
              <a:off x="3390500" y="3021750"/>
              <a:ext cx="285875" cy="476650"/>
            </a:xfrm>
            <a:custGeom>
              <a:avLst/>
              <a:gdLst/>
              <a:ahLst/>
              <a:cxnLst/>
              <a:rect l="l" t="t" r="r" b="b"/>
              <a:pathLst>
                <a:path w="11435" h="19066" extrusionOk="0">
                  <a:moveTo>
                    <a:pt x="3938" y="517"/>
                  </a:moveTo>
                  <a:cubicBezTo>
                    <a:pt x="4626" y="517"/>
                    <a:pt x="5269" y="625"/>
                    <a:pt x="5867" y="843"/>
                  </a:cubicBezTo>
                  <a:cubicBezTo>
                    <a:pt x="6447" y="1051"/>
                    <a:pt x="6982" y="1368"/>
                    <a:pt x="7441" y="1778"/>
                  </a:cubicBezTo>
                  <a:cubicBezTo>
                    <a:pt x="7895" y="2189"/>
                    <a:pt x="8262" y="2688"/>
                    <a:pt x="8515" y="3245"/>
                  </a:cubicBezTo>
                  <a:cubicBezTo>
                    <a:pt x="8777" y="3817"/>
                    <a:pt x="8908" y="4437"/>
                    <a:pt x="8908" y="5107"/>
                  </a:cubicBezTo>
                  <a:cubicBezTo>
                    <a:pt x="8906" y="5681"/>
                    <a:pt x="8819" y="6254"/>
                    <a:pt x="8650" y="6804"/>
                  </a:cubicBezTo>
                  <a:cubicBezTo>
                    <a:pt x="8476" y="7378"/>
                    <a:pt x="8184" y="7909"/>
                    <a:pt x="7794" y="8366"/>
                  </a:cubicBezTo>
                  <a:cubicBezTo>
                    <a:pt x="7396" y="8836"/>
                    <a:pt x="6849" y="9216"/>
                    <a:pt x="6151" y="9506"/>
                  </a:cubicBezTo>
                  <a:cubicBezTo>
                    <a:pt x="5455" y="9795"/>
                    <a:pt x="4563" y="9940"/>
                    <a:pt x="3477" y="9940"/>
                  </a:cubicBezTo>
                  <a:lnTo>
                    <a:pt x="543" y="9940"/>
                  </a:lnTo>
                  <a:lnTo>
                    <a:pt x="543" y="517"/>
                  </a:lnTo>
                  <a:close/>
                  <a:moveTo>
                    <a:pt x="0" y="1"/>
                  </a:moveTo>
                  <a:lnTo>
                    <a:pt x="0" y="19066"/>
                  </a:lnTo>
                  <a:lnTo>
                    <a:pt x="543" y="19066"/>
                  </a:lnTo>
                  <a:lnTo>
                    <a:pt x="543" y="10456"/>
                  </a:lnTo>
                  <a:lnTo>
                    <a:pt x="3557" y="10456"/>
                  </a:lnTo>
                  <a:cubicBezTo>
                    <a:pt x="3563" y="10456"/>
                    <a:pt x="3568" y="10456"/>
                    <a:pt x="3573" y="10456"/>
                  </a:cubicBezTo>
                  <a:cubicBezTo>
                    <a:pt x="4300" y="10456"/>
                    <a:pt x="4950" y="10389"/>
                    <a:pt x="5522" y="10254"/>
                  </a:cubicBezTo>
                  <a:lnTo>
                    <a:pt x="5522" y="10254"/>
                  </a:lnTo>
                  <a:lnTo>
                    <a:pt x="10809" y="19064"/>
                  </a:lnTo>
                  <a:lnTo>
                    <a:pt x="11434" y="19064"/>
                  </a:lnTo>
                  <a:lnTo>
                    <a:pt x="6056" y="10100"/>
                  </a:lnTo>
                  <a:lnTo>
                    <a:pt x="6056" y="10100"/>
                  </a:lnTo>
                  <a:cubicBezTo>
                    <a:pt x="6139" y="10071"/>
                    <a:pt x="6221" y="10041"/>
                    <a:pt x="6301" y="10009"/>
                  </a:cubicBezTo>
                  <a:cubicBezTo>
                    <a:pt x="7042" y="9710"/>
                    <a:pt x="7643" y="9307"/>
                    <a:pt x="8106" y="8800"/>
                  </a:cubicBezTo>
                  <a:cubicBezTo>
                    <a:pt x="8562" y="8303"/>
                    <a:pt x="8908" y="7715"/>
                    <a:pt x="9125" y="7076"/>
                  </a:cubicBezTo>
                  <a:cubicBezTo>
                    <a:pt x="9342" y="6433"/>
                    <a:pt x="9452" y="5759"/>
                    <a:pt x="9450" y="5079"/>
                  </a:cubicBezTo>
                  <a:cubicBezTo>
                    <a:pt x="9450" y="4138"/>
                    <a:pt x="9270" y="3346"/>
                    <a:pt x="8908" y="2703"/>
                  </a:cubicBezTo>
                  <a:cubicBezTo>
                    <a:pt x="8544" y="2061"/>
                    <a:pt x="8080" y="1541"/>
                    <a:pt x="7508" y="1141"/>
                  </a:cubicBezTo>
                  <a:cubicBezTo>
                    <a:pt x="6954" y="751"/>
                    <a:pt x="6340" y="458"/>
                    <a:pt x="5690" y="272"/>
                  </a:cubicBezTo>
                  <a:cubicBezTo>
                    <a:pt x="5046" y="92"/>
                    <a:pt x="4453" y="1"/>
                    <a:pt x="3910" y="1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53"/>
            <p:cNvSpPr/>
            <p:nvPr/>
          </p:nvSpPr>
          <p:spPr>
            <a:xfrm>
              <a:off x="4013725" y="3021750"/>
              <a:ext cx="293950" cy="476650"/>
            </a:xfrm>
            <a:custGeom>
              <a:avLst/>
              <a:gdLst/>
              <a:ahLst/>
              <a:cxnLst/>
              <a:rect l="l" t="t" r="r" b="b"/>
              <a:pathLst>
                <a:path w="11758" h="19066" extrusionOk="0">
                  <a:moveTo>
                    <a:pt x="0" y="1"/>
                  </a:moveTo>
                  <a:lnTo>
                    <a:pt x="0" y="19066"/>
                  </a:lnTo>
                  <a:lnTo>
                    <a:pt x="11758" y="19066"/>
                  </a:lnTo>
                  <a:lnTo>
                    <a:pt x="11758" y="18550"/>
                  </a:lnTo>
                  <a:lnTo>
                    <a:pt x="544" y="18550"/>
                  </a:lnTo>
                  <a:lnTo>
                    <a:pt x="544" y="9697"/>
                  </a:lnTo>
                  <a:lnTo>
                    <a:pt x="10320" y="9697"/>
                  </a:lnTo>
                  <a:lnTo>
                    <a:pt x="10320" y="9179"/>
                  </a:lnTo>
                  <a:lnTo>
                    <a:pt x="544" y="9179"/>
                  </a:lnTo>
                  <a:lnTo>
                    <a:pt x="544" y="517"/>
                  </a:lnTo>
                  <a:lnTo>
                    <a:pt x="11378" y="517"/>
                  </a:lnTo>
                  <a:lnTo>
                    <a:pt x="11378" y="1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53"/>
            <p:cNvSpPr/>
            <p:nvPr/>
          </p:nvSpPr>
          <p:spPr>
            <a:xfrm>
              <a:off x="4811850" y="3416125"/>
              <a:ext cx="2131725" cy="26175"/>
            </a:xfrm>
            <a:custGeom>
              <a:avLst/>
              <a:gdLst/>
              <a:ahLst/>
              <a:cxnLst/>
              <a:rect l="l" t="t" r="r" b="b"/>
              <a:pathLst>
                <a:path w="85269" h="1047" extrusionOk="0">
                  <a:moveTo>
                    <a:pt x="0" y="1"/>
                  </a:moveTo>
                  <a:lnTo>
                    <a:pt x="0" y="1047"/>
                  </a:lnTo>
                  <a:lnTo>
                    <a:pt x="85269" y="1047"/>
                  </a:lnTo>
                  <a:lnTo>
                    <a:pt x="85269" y="1"/>
                  </a:lnTo>
                  <a:close/>
                </a:path>
              </a:pathLst>
            </a:custGeom>
            <a:solidFill>
              <a:schemeClr val="accent4"/>
            </a:solidFill>
            <a:ln w="2857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53"/>
            <p:cNvSpPr/>
            <p:nvPr/>
          </p:nvSpPr>
          <p:spPr>
            <a:xfrm>
              <a:off x="5019950" y="2113175"/>
              <a:ext cx="336025" cy="260075"/>
            </a:xfrm>
            <a:custGeom>
              <a:avLst/>
              <a:gdLst/>
              <a:ahLst/>
              <a:cxnLst/>
              <a:rect l="l" t="t" r="r" b="b"/>
              <a:pathLst>
                <a:path w="13441" h="10403" extrusionOk="0">
                  <a:moveTo>
                    <a:pt x="6692" y="0"/>
                  </a:moveTo>
                  <a:cubicBezTo>
                    <a:pt x="0" y="0"/>
                    <a:pt x="34" y="10403"/>
                    <a:pt x="6748" y="10403"/>
                  </a:cubicBezTo>
                  <a:cubicBezTo>
                    <a:pt x="6748" y="10403"/>
                    <a:pt x="6749" y="10403"/>
                    <a:pt x="6749" y="10403"/>
                  </a:cubicBezTo>
                  <a:cubicBezTo>
                    <a:pt x="13441" y="10403"/>
                    <a:pt x="13405" y="0"/>
                    <a:pt x="6692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47" name="Google Shape;1547;p53"/>
          <p:cNvSpPr txBox="1">
            <a:spLocks noGrp="1"/>
          </p:cNvSpPr>
          <p:nvPr>
            <p:ph type="subTitle" idx="4294967295"/>
          </p:nvPr>
        </p:nvSpPr>
        <p:spPr>
          <a:xfrm>
            <a:off x="114206" y="1664309"/>
            <a:ext cx="8710764" cy="23735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  <a:buNone/>
            </a:pPr>
            <a:r>
              <a:rPr lang="en-US" b="1" dirty="0" smtClean="0">
                <a:solidFill>
                  <a:schemeClr val="bg1"/>
                </a:solidFill>
              </a:rPr>
              <a:t>Similar Products Recommendation:</a:t>
            </a:r>
          </a:p>
          <a:p>
            <a:r>
              <a:rPr lang="en-US" dirty="0"/>
              <a:t>This function performs the below functionality </a:t>
            </a:r>
            <a:endParaRPr lang="en-US" dirty="0" smtClean="0"/>
          </a:p>
          <a:p>
            <a:pPr marL="114300" indent="0">
              <a:buNone/>
            </a:pPr>
            <a:r>
              <a:rPr lang="en-US" dirty="0" smtClean="0"/>
              <a:t>for </a:t>
            </a:r>
            <a:r>
              <a:rPr lang="en-US" dirty="0"/>
              <a:t>the input product</a:t>
            </a:r>
          </a:p>
          <a:p>
            <a:r>
              <a:rPr lang="en-US" dirty="0" smtClean="0"/>
              <a:t>get </a:t>
            </a:r>
            <a:r>
              <a:rPr lang="en-US" dirty="0"/>
              <a:t>the list of products with similar purchasing </a:t>
            </a:r>
            <a:endParaRPr lang="en-US" dirty="0" smtClean="0"/>
          </a:p>
          <a:p>
            <a:pPr marL="114300" indent="0">
              <a:buNone/>
            </a:pPr>
            <a:r>
              <a:rPr lang="en-US" dirty="0" smtClean="0"/>
              <a:t>pattern </a:t>
            </a:r>
            <a:r>
              <a:rPr lang="en-US" dirty="0"/>
              <a:t>and correlation </a:t>
            </a:r>
            <a:r>
              <a:rPr lang="en-US" dirty="0" smtClean="0"/>
              <a:t>coefficient</a:t>
            </a:r>
          </a:p>
          <a:p>
            <a:r>
              <a:rPr lang="en-US" dirty="0" smtClean="0"/>
              <a:t>Display’s the top 10 related products based on</a:t>
            </a:r>
          </a:p>
          <a:p>
            <a:pPr marL="114300" indent="0">
              <a:buNone/>
            </a:pPr>
            <a:r>
              <a:rPr lang="en-US" dirty="0" smtClean="0"/>
              <a:t>The current entered product. </a:t>
            </a:r>
          </a:p>
          <a:p>
            <a:pPr marL="114300" indent="0">
              <a:buNone/>
            </a:pPr>
            <a:endParaRPr lang="en-US" dirty="0" smtClean="0"/>
          </a:p>
          <a:p>
            <a:pPr marL="114300" indent="0">
              <a:buNone/>
            </a:pPr>
            <a:endParaRPr lang="en-US" dirty="0"/>
          </a:p>
          <a:p>
            <a:pPr marL="0" lvl="0" indent="0">
              <a:spcAft>
                <a:spcPts val="1600"/>
              </a:spcAft>
              <a:buNone/>
            </a:pPr>
            <a:endParaRPr dirty="0"/>
          </a:p>
        </p:txBody>
      </p:sp>
      <p:sp>
        <p:nvSpPr>
          <p:cNvPr id="1548" name="Google Shape;1548;p53"/>
          <p:cNvSpPr txBox="1">
            <a:spLocks noGrp="1"/>
          </p:cNvSpPr>
          <p:nvPr>
            <p:ph type="subTitle" idx="4294967295"/>
          </p:nvPr>
        </p:nvSpPr>
        <p:spPr>
          <a:xfrm>
            <a:off x="4663675" y="4150450"/>
            <a:ext cx="1806000" cy="27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Aft>
                <a:spcPts val="1600"/>
              </a:spcAft>
              <a:buNone/>
            </a:pPr>
            <a:endParaRPr lang="en-IN" sz="1100" dirty="0">
              <a:solidFill>
                <a:schemeClr val="accent4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sz="1100" dirty="0">
              <a:solidFill>
                <a:schemeClr val="accent4"/>
              </a:solidFill>
            </a:endParaRPr>
          </a:p>
        </p:txBody>
      </p:sp>
      <p:pic>
        <p:nvPicPr>
          <p:cNvPr id="3074" name="Picture 2" descr="Build a Recommendation Engine With Collaborative Filteri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387"/>
          <a:stretch/>
        </p:blipFill>
        <p:spPr bwMode="auto">
          <a:xfrm>
            <a:off x="5566675" y="1725076"/>
            <a:ext cx="3011079" cy="1706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7280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Google Shape;1553;p54"/>
          <p:cNvSpPr txBox="1">
            <a:spLocks noGrp="1"/>
          </p:cNvSpPr>
          <p:nvPr>
            <p:ph type="title" idx="4294967295"/>
          </p:nvPr>
        </p:nvSpPr>
        <p:spPr>
          <a:xfrm>
            <a:off x="298383" y="455112"/>
            <a:ext cx="7960093" cy="57308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en-IN"/>
              <a:t>SOFTWARE HARDWARE REQUIREMENTS</a:t>
            </a:r>
            <a:endParaRPr/>
          </a:p>
        </p:txBody>
      </p:sp>
      <p:sp>
        <p:nvSpPr>
          <p:cNvPr id="1554" name="Google Shape;1554;p54"/>
          <p:cNvSpPr txBox="1">
            <a:spLocks noGrp="1"/>
          </p:cNvSpPr>
          <p:nvPr>
            <p:ph type="title" idx="4294967295"/>
          </p:nvPr>
        </p:nvSpPr>
        <p:spPr>
          <a:xfrm>
            <a:off x="0" y="2127250"/>
            <a:ext cx="4454525" cy="13033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55" name="Google Shape;1555;p54"/>
          <p:cNvSpPr txBox="1">
            <a:spLocks noGrp="1"/>
          </p:cNvSpPr>
          <p:nvPr>
            <p:ph type="subTitle" idx="4294967295"/>
          </p:nvPr>
        </p:nvSpPr>
        <p:spPr>
          <a:xfrm>
            <a:off x="2435191" y="1804988"/>
            <a:ext cx="5909911" cy="21413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base"/>
            <a:r>
              <a:rPr lang="en-IN" dirty="0" smtClean="0">
                <a:solidFill>
                  <a:schemeClr val="bg1">
                    <a:lumMod val="50000"/>
                  </a:schemeClr>
                </a:solidFill>
              </a:rPr>
              <a:t>Processor-Intel </a:t>
            </a:r>
            <a:r>
              <a:rPr lang="en-IN" dirty="0">
                <a:solidFill>
                  <a:schemeClr val="bg1">
                    <a:lumMod val="50000"/>
                  </a:schemeClr>
                </a:solidFill>
              </a:rPr>
              <a:t>Core i5-4440</a:t>
            </a:r>
          </a:p>
          <a:p>
            <a:pPr fontAlgn="base"/>
            <a:r>
              <a:rPr lang="en-IN" dirty="0">
                <a:solidFill>
                  <a:schemeClr val="bg1">
                    <a:lumMod val="50000"/>
                  </a:schemeClr>
                </a:solidFill>
              </a:rPr>
              <a:t>CPU-3.10 GHz</a:t>
            </a:r>
          </a:p>
          <a:p>
            <a:pPr fontAlgn="base"/>
            <a:r>
              <a:rPr lang="en-IN" dirty="0">
                <a:solidFill>
                  <a:schemeClr val="bg1">
                    <a:lumMod val="50000"/>
                  </a:schemeClr>
                </a:solidFill>
              </a:rPr>
              <a:t>Operating System-Windows</a:t>
            </a:r>
          </a:p>
          <a:p>
            <a:pPr fontAlgn="base"/>
            <a:r>
              <a:rPr lang="en-IN" dirty="0">
                <a:solidFill>
                  <a:schemeClr val="bg1">
                    <a:lumMod val="50000"/>
                  </a:schemeClr>
                </a:solidFill>
              </a:rPr>
              <a:t>RAM-  &gt;4GB </a:t>
            </a:r>
            <a:r>
              <a:rPr lang="en-IN" dirty="0" smtClean="0">
                <a:solidFill>
                  <a:schemeClr val="bg1">
                    <a:lumMod val="50000"/>
                  </a:schemeClr>
                </a:solidFill>
              </a:rPr>
              <a:t>RAM</a:t>
            </a:r>
          </a:p>
          <a:p>
            <a:pPr fontAlgn="base"/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VS Code</a:t>
            </a:r>
          </a:p>
          <a:p>
            <a:pPr fontAlgn="base"/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Flask(Web-development framework for Python)</a:t>
            </a:r>
            <a:endParaRPr lang="en-IN" dirty="0">
              <a:solidFill>
                <a:schemeClr val="bg1">
                  <a:lumMod val="50000"/>
                </a:schemeClr>
              </a:solidFill>
            </a:endParaRPr>
          </a:p>
          <a:p>
            <a:pPr fontAlgn="base"/>
            <a:r>
              <a:rPr lang="en-IN" dirty="0" smtClean="0">
                <a:solidFill>
                  <a:schemeClr val="bg1">
                    <a:lumMod val="50000"/>
                  </a:schemeClr>
                </a:solidFill>
              </a:rPr>
              <a:t>IDE- Google </a:t>
            </a:r>
            <a:r>
              <a:rPr lang="en-IN" dirty="0" err="1">
                <a:solidFill>
                  <a:schemeClr val="bg1">
                    <a:lumMod val="50000"/>
                  </a:schemeClr>
                </a:solidFill>
              </a:rPr>
              <a:t>Colaboratory</a:t>
            </a:r>
            <a:endParaRPr lang="en-IN" dirty="0">
              <a:solidFill>
                <a:schemeClr val="bg1">
                  <a:lumMod val="50000"/>
                </a:schemeClr>
              </a:solidFill>
            </a:endParaRPr>
          </a:p>
          <a:p>
            <a:pPr fontAlgn="base"/>
            <a:r>
              <a:rPr lang="en-IN" dirty="0">
                <a:solidFill>
                  <a:schemeClr val="bg1">
                    <a:lumMod val="50000"/>
                  </a:schemeClr>
                </a:solidFill>
              </a:rPr>
              <a:t>Python-Python 3.10.7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37008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ounded Rectangle 32"/>
          <p:cNvSpPr/>
          <p:nvPr/>
        </p:nvSpPr>
        <p:spPr>
          <a:xfrm>
            <a:off x="6821548" y="1584775"/>
            <a:ext cx="1972014" cy="4721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ounded Rectangle 26"/>
          <p:cNvSpPr/>
          <p:nvPr/>
        </p:nvSpPr>
        <p:spPr>
          <a:xfrm>
            <a:off x="2322028" y="1196514"/>
            <a:ext cx="1972014" cy="4721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ounded Rectangle 27"/>
          <p:cNvSpPr/>
          <p:nvPr/>
        </p:nvSpPr>
        <p:spPr>
          <a:xfrm>
            <a:off x="3135247" y="2564097"/>
            <a:ext cx="2070639" cy="83682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ounded Rectangle 28"/>
          <p:cNvSpPr/>
          <p:nvPr/>
        </p:nvSpPr>
        <p:spPr>
          <a:xfrm>
            <a:off x="6025044" y="2720232"/>
            <a:ext cx="2081181" cy="7353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ounded Rectangle 3"/>
          <p:cNvSpPr/>
          <p:nvPr/>
        </p:nvSpPr>
        <p:spPr>
          <a:xfrm>
            <a:off x="367119" y="1967555"/>
            <a:ext cx="1972014" cy="4721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77" name="Google Shape;1577;p56"/>
          <p:cNvSpPr txBox="1">
            <a:spLocks noGrp="1"/>
          </p:cNvSpPr>
          <p:nvPr>
            <p:ph type="title"/>
          </p:nvPr>
        </p:nvSpPr>
        <p:spPr>
          <a:xfrm>
            <a:off x="692220" y="336915"/>
            <a:ext cx="7947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dirty="0"/>
              <a:t>PROPOSED METHODOLOGY</a:t>
            </a:r>
            <a:endParaRPr dirty="0"/>
          </a:p>
        </p:txBody>
      </p:sp>
      <p:sp>
        <p:nvSpPr>
          <p:cNvPr id="1584" name="Google Shape;1584;p56"/>
          <p:cNvSpPr txBox="1">
            <a:spLocks noGrp="1"/>
          </p:cNvSpPr>
          <p:nvPr>
            <p:ph type="subTitle" idx="4294967295"/>
          </p:nvPr>
        </p:nvSpPr>
        <p:spPr>
          <a:xfrm>
            <a:off x="238005" y="1967025"/>
            <a:ext cx="2248775" cy="3268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 dirty="0" smtClean="0">
                <a:solidFill>
                  <a:schemeClr val="accent4"/>
                </a:solidFill>
              </a:rPr>
              <a:t>Loading Libraries</a:t>
            </a:r>
            <a:endParaRPr sz="1400" dirty="0">
              <a:solidFill>
                <a:schemeClr val="accent4"/>
              </a:solidFill>
            </a:endParaRPr>
          </a:p>
        </p:txBody>
      </p:sp>
      <p:sp>
        <p:nvSpPr>
          <p:cNvPr id="1585" name="Google Shape;1585;p56"/>
          <p:cNvSpPr txBox="1">
            <a:spLocks noGrp="1"/>
          </p:cNvSpPr>
          <p:nvPr>
            <p:ph type="subTitle" idx="4294967295"/>
          </p:nvPr>
        </p:nvSpPr>
        <p:spPr>
          <a:xfrm>
            <a:off x="5874384" y="2835290"/>
            <a:ext cx="2382500" cy="4649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 dirty="0" smtClean="0">
                <a:solidFill>
                  <a:schemeClr val="accent4"/>
                </a:solidFill>
              </a:rPr>
              <a:t>Popularity Based Model</a:t>
            </a:r>
            <a:endParaRPr sz="1400" dirty="0">
              <a:solidFill>
                <a:schemeClr val="accent4"/>
              </a:solidFill>
            </a:endParaRPr>
          </a:p>
        </p:txBody>
      </p:sp>
      <p:sp>
        <p:nvSpPr>
          <p:cNvPr id="18" name="Google Shape;1584;p56"/>
          <p:cNvSpPr txBox="1">
            <a:spLocks/>
          </p:cNvSpPr>
          <p:nvPr/>
        </p:nvSpPr>
        <p:spPr>
          <a:xfrm>
            <a:off x="2080100" y="1269169"/>
            <a:ext cx="2248775" cy="326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Josefin Sans"/>
              <a:buChar char="●"/>
              <a:defRPr sz="1800" b="0" i="0" u="none" strike="noStrike" cap="none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Josefin Sans"/>
              <a:buChar char="○"/>
              <a:defRPr sz="1400" b="0" i="0" u="none" strike="noStrike" cap="none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Josefin Sans"/>
              <a:buChar char="■"/>
              <a:defRPr sz="1400" b="0" i="0" u="none" strike="noStrike" cap="none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Josefin Sans"/>
              <a:buChar char="●"/>
              <a:defRPr sz="1400" b="0" i="0" u="none" strike="noStrike" cap="none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Josefin Sans"/>
              <a:buChar char="○"/>
              <a:defRPr sz="1400" b="0" i="0" u="none" strike="noStrike" cap="none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Josefin Sans"/>
              <a:buChar char="■"/>
              <a:defRPr sz="1400" b="0" i="0" u="none" strike="noStrike" cap="none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Josefin Sans"/>
              <a:buChar char="●"/>
              <a:defRPr sz="1400" b="0" i="0" u="none" strike="noStrike" cap="none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Josefin Sans"/>
              <a:buChar char="○"/>
              <a:defRPr sz="1400" b="0" i="0" u="none" strike="noStrike" cap="none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Font typeface="Josefin Sans"/>
              <a:buChar char="■"/>
              <a:defRPr sz="1400" b="0" i="0" u="none" strike="noStrike" cap="none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marL="0" indent="0" algn="ctr">
              <a:spcAft>
                <a:spcPts val="1600"/>
              </a:spcAft>
              <a:buFont typeface="Josefin Sans"/>
              <a:buNone/>
            </a:pPr>
            <a:r>
              <a:rPr lang="en-US" sz="1400" dirty="0" smtClean="0">
                <a:solidFill>
                  <a:schemeClr val="accent4"/>
                </a:solidFill>
              </a:rPr>
              <a:t>Loading Dataset</a:t>
            </a:r>
            <a:endParaRPr lang="en-IN" sz="1400" dirty="0">
              <a:solidFill>
                <a:schemeClr val="accent4"/>
              </a:solidFill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2336546" y="1669861"/>
            <a:ext cx="666424" cy="3564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6484196" y="1351879"/>
            <a:ext cx="651657" cy="145408"/>
          </a:xfrm>
          <a:prstGeom prst="straightConnector1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H="1">
            <a:off x="5390966" y="1988620"/>
            <a:ext cx="1430582" cy="1582847"/>
          </a:xfrm>
          <a:prstGeom prst="straightConnector1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33" idx="2"/>
          </p:cNvCxnSpPr>
          <p:nvPr/>
        </p:nvCxnSpPr>
        <p:spPr>
          <a:xfrm flipH="1">
            <a:off x="7353469" y="2056915"/>
            <a:ext cx="454086" cy="654843"/>
          </a:xfrm>
          <a:prstGeom prst="straightConnector1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endCxn id="28" idx="0"/>
          </p:cNvCxnSpPr>
          <p:nvPr/>
        </p:nvCxnSpPr>
        <p:spPr>
          <a:xfrm flipH="1">
            <a:off x="4170567" y="1904233"/>
            <a:ext cx="2563197" cy="659864"/>
          </a:xfrm>
          <a:prstGeom prst="straightConnector1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Google Shape;1583;p56"/>
          <p:cNvSpPr txBox="1">
            <a:spLocks/>
          </p:cNvSpPr>
          <p:nvPr/>
        </p:nvSpPr>
        <p:spPr>
          <a:xfrm>
            <a:off x="3651887" y="2700848"/>
            <a:ext cx="16305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Josefin Sans"/>
              <a:buChar char="●"/>
              <a:defRPr sz="1800" b="0" i="0" u="none" strike="noStrike" cap="none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Josefin Sans"/>
              <a:buChar char="○"/>
              <a:defRPr sz="1400" b="0" i="0" u="none" strike="noStrike" cap="none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Josefin Sans"/>
              <a:buChar char="■"/>
              <a:defRPr sz="1400" b="0" i="0" u="none" strike="noStrike" cap="none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Josefin Sans"/>
              <a:buChar char="●"/>
              <a:defRPr sz="1400" b="0" i="0" u="none" strike="noStrike" cap="none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Josefin Sans"/>
              <a:buChar char="○"/>
              <a:defRPr sz="1400" b="0" i="0" u="none" strike="noStrike" cap="none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Josefin Sans"/>
              <a:buChar char="■"/>
              <a:defRPr sz="1400" b="0" i="0" u="none" strike="noStrike" cap="none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Josefin Sans"/>
              <a:buChar char="●"/>
              <a:defRPr sz="1400" b="0" i="0" u="none" strike="noStrike" cap="none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Josefin Sans"/>
              <a:buChar char="○"/>
              <a:defRPr sz="1400" b="0" i="0" u="none" strike="noStrike" cap="none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Font typeface="Josefin Sans"/>
              <a:buChar char="■"/>
              <a:defRPr sz="1400" b="0" i="0" u="none" strike="noStrike" cap="none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marL="0" indent="0" algn="ctr">
              <a:spcAft>
                <a:spcPts val="1600"/>
              </a:spcAft>
              <a:buFont typeface="Josefin Sans"/>
              <a:buNone/>
            </a:pPr>
            <a:r>
              <a:rPr lang="en-IN" sz="1400" dirty="0" smtClean="0">
                <a:solidFill>
                  <a:schemeClr val="accent4"/>
                </a:solidFill>
              </a:rPr>
              <a:t> User-based</a:t>
            </a:r>
            <a:endParaRPr lang="en-IN" sz="1400" dirty="0">
              <a:solidFill>
                <a:schemeClr val="accent4"/>
              </a:solidFill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4224304" y="3643102"/>
            <a:ext cx="2070639" cy="83682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83" name="Google Shape;1583;p56"/>
          <p:cNvSpPr txBox="1">
            <a:spLocks noGrp="1"/>
          </p:cNvSpPr>
          <p:nvPr>
            <p:ph type="subTitle" idx="4294967295"/>
          </p:nvPr>
        </p:nvSpPr>
        <p:spPr>
          <a:xfrm>
            <a:off x="4590560" y="3846419"/>
            <a:ext cx="1630500" cy="69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 dirty="0" smtClean="0">
                <a:solidFill>
                  <a:schemeClr val="accent4"/>
                </a:solidFill>
              </a:rPr>
              <a:t> Item-based</a:t>
            </a:r>
            <a:endParaRPr sz="1400" dirty="0">
              <a:solidFill>
                <a:schemeClr val="accent4"/>
              </a:solidFill>
            </a:endParaRPr>
          </a:p>
        </p:txBody>
      </p:sp>
      <p:sp>
        <p:nvSpPr>
          <p:cNvPr id="23" name="Google Shape;1584;p56"/>
          <p:cNvSpPr txBox="1">
            <a:spLocks/>
          </p:cNvSpPr>
          <p:nvPr/>
        </p:nvSpPr>
        <p:spPr>
          <a:xfrm>
            <a:off x="6544787" y="1606553"/>
            <a:ext cx="2248775" cy="326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Josefin Sans"/>
              <a:buChar char="●"/>
              <a:defRPr sz="1800" b="0" i="0" u="none" strike="noStrike" cap="none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Josefin Sans"/>
              <a:buChar char="○"/>
              <a:defRPr sz="1400" b="0" i="0" u="none" strike="noStrike" cap="none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Josefin Sans"/>
              <a:buChar char="■"/>
              <a:defRPr sz="1400" b="0" i="0" u="none" strike="noStrike" cap="none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Josefin Sans"/>
              <a:buChar char="●"/>
              <a:defRPr sz="1400" b="0" i="0" u="none" strike="noStrike" cap="none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Josefin Sans"/>
              <a:buChar char="○"/>
              <a:defRPr sz="1400" b="0" i="0" u="none" strike="noStrike" cap="none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Josefin Sans"/>
              <a:buChar char="■"/>
              <a:defRPr sz="1400" b="0" i="0" u="none" strike="noStrike" cap="none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Josefin Sans"/>
              <a:buChar char="●"/>
              <a:defRPr sz="1400" b="0" i="0" u="none" strike="noStrike" cap="none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Josefin Sans"/>
              <a:buChar char="○"/>
              <a:defRPr sz="1400" b="0" i="0" u="none" strike="noStrike" cap="none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Font typeface="Josefin Sans"/>
              <a:buChar char="■"/>
              <a:defRPr sz="1400" b="0" i="0" u="none" strike="noStrike" cap="none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marL="0" indent="0" algn="ctr">
              <a:spcAft>
                <a:spcPts val="1600"/>
              </a:spcAft>
              <a:buFont typeface="Josefin Sans"/>
              <a:buNone/>
            </a:pPr>
            <a:r>
              <a:rPr lang="en-US" sz="1400" dirty="0" smtClean="0">
                <a:solidFill>
                  <a:schemeClr val="accent4"/>
                </a:solidFill>
              </a:rPr>
              <a:t>Building Model</a:t>
            </a:r>
            <a:endParaRPr lang="en-IN" sz="1400" dirty="0">
              <a:solidFill>
                <a:schemeClr val="accent4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846508" y="1002595"/>
            <a:ext cx="1659127" cy="4543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Google Shape;1584;p56"/>
          <p:cNvSpPr txBox="1">
            <a:spLocks/>
          </p:cNvSpPr>
          <p:nvPr/>
        </p:nvSpPr>
        <p:spPr>
          <a:xfrm>
            <a:off x="4590560" y="1029377"/>
            <a:ext cx="2248775" cy="326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Josefin Sans"/>
              <a:buChar char="●"/>
              <a:defRPr sz="1800" b="0" i="0" u="none" strike="noStrike" cap="none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Josefin Sans"/>
              <a:buChar char="○"/>
              <a:defRPr sz="1400" b="0" i="0" u="none" strike="noStrike" cap="none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Josefin Sans"/>
              <a:buChar char="■"/>
              <a:defRPr sz="1400" b="0" i="0" u="none" strike="noStrike" cap="none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Josefin Sans"/>
              <a:buChar char="●"/>
              <a:defRPr sz="1400" b="0" i="0" u="none" strike="noStrike" cap="none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Josefin Sans"/>
              <a:buChar char="○"/>
              <a:defRPr sz="1400" b="0" i="0" u="none" strike="noStrike" cap="none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Josefin Sans"/>
              <a:buChar char="■"/>
              <a:defRPr sz="1400" b="0" i="0" u="none" strike="noStrike" cap="none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Josefin Sans"/>
              <a:buChar char="●"/>
              <a:defRPr sz="1400" b="0" i="0" u="none" strike="noStrike" cap="none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Josefin Sans"/>
              <a:buChar char="○"/>
              <a:defRPr sz="1400" b="0" i="0" u="none" strike="noStrike" cap="none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Font typeface="Josefin Sans"/>
              <a:buChar char="■"/>
              <a:defRPr sz="1400" b="0" i="0" u="none" strike="noStrike" cap="none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marL="0" indent="0" algn="ctr">
              <a:spcAft>
                <a:spcPts val="1600"/>
              </a:spcAft>
              <a:buFont typeface="Josefin Sans"/>
              <a:buNone/>
            </a:pPr>
            <a:r>
              <a:rPr lang="en-IN" sz="1400" dirty="0" err="1" smtClean="0">
                <a:solidFill>
                  <a:schemeClr val="accent4"/>
                </a:solidFill>
              </a:rPr>
              <a:t>Preprocessing</a:t>
            </a:r>
            <a:endParaRPr lang="en-IN" sz="1400" dirty="0">
              <a:solidFill>
                <a:schemeClr val="accent4"/>
              </a:solidFill>
            </a:endParaRPr>
          </a:p>
        </p:txBody>
      </p:sp>
      <p:cxnSp>
        <p:nvCxnSpPr>
          <p:cNvPr id="25" name="Straight Arrow Connector 24"/>
          <p:cNvCxnSpPr>
            <a:stCxn id="18" idx="3"/>
          </p:cNvCxnSpPr>
          <p:nvPr/>
        </p:nvCxnSpPr>
        <p:spPr>
          <a:xfrm flipV="1">
            <a:off x="4328875" y="1238219"/>
            <a:ext cx="530176" cy="19436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2200" dirty="0" smtClean="0"/>
              <a:t>OUTPUTS:    </a:t>
            </a:r>
            <a:r>
              <a:rPr lang="en-US" sz="1600" dirty="0" smtClean="0"/>
              <a:t>Login page for entering customer name and product name</a:t>
            </a:r>
            <a:endParaRPr lang="en-IN" sz="16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6" t="10212" r="5925" b="9055"/>
          <a:stretch/>
        </p:blipFill>
        <p:spPr>
          <a:xfrm>
            <a:off x="1250899" y="1002183"/>
            <a:ext cx="6642202" cy="3309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4518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842" y="79749"/>
            <a:ext cx="7947000" cy="572700"/>
          </a:xfrm>
        </p:spPr>
        <p:txBody>
          <a:bodyPr/>
          <a:lstStyle/>
          <a:p>
            <a:r>
              <a:rPr lang="en-US" sz="2200" dirty="0" smtClean="0"/>
              <a:t>Home page for customer</a:t>
            </a:r>
            <a:endParaRPr lang="en-IN" sz="22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0" t="10879" r="3071" b="24549"/>
          <a:stretch/>
        </p:blipFill>
        <p:spPr>
          <a:xfrm>
            <a:off x="1276502" y="504030"/>
            <a:ext cx="6583680" cy="25164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0" t="52601" r="2454" b="5423"/>
          <a:stretch/>
        </p:blipFill>
        <p:spPr>
          <a:xfrm>
            <a:off x="1228954" y="3020459"/>
            <a:ext cx="6678776" cy="1630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7842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200" dirty="0" smtClean="0"/>
              <a:t>Page displayed after entering Product name</a:t>
            </a:r>
            <a:endParaRPr lang="en-IN" sz="2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9" t="9387" r="12320" b="10115"/>
          <a:stretch/>
        </p:blipFill>
        <p:spPr>
          <a:xfrm>
            <a:off x="848563" y="1076730"/>
            <a:ext cx="7878470" cy="4140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7501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9" name="Google Shape;1799;p64"/>
          <p:cNvSpPr txBox="1">
            <a:spLocks noGrp="1"/>
          </p:cNvSpPr>
          <p:nvPr>
            <p:ph type="title"/>
          </p:nvPr>
        </p:nvSpPr>
        <p:spPr>
          <a:xfrm>
            <a:off x="598500" y="504030"/>
            <a:ext cx="7947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00" name="Google Shape;1800;p64"/>
          <p:cNvSpPr txBox="1">
            <a:spLocks noGrp="1"/>
          </p:cNvSpPr>
          <p:nvPr>
            <p:ph type="title" idx="2"/>
          </p:nvPr>
        </p:nvSpPr>
        <p:spPr>
          <a:xfrm>
            <a:off x="2523504" y="466010"/>
            <a:ext cx="3472179" cy="66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dirty="0" smtClean="0"/>
              <a:t>REFERENCES</a:t>
            </a:r>
            <a:endParaRPr sz="2600" dirty="0"/>
          </a:p>
        </p:txBody>
      </p:sp>
      <p:sp>
        <p:nvSpPr>
          <p:cNvPr id="1802" name="Google Shape;1802;p64"/>
          <p:cNvSpPr txBox="1">
            <a:spLocks noGrp="1"/>
          </p:cNvSpPr>
          <p:nvPr>
            <p:ph type="title" idx="3"/>
          </p:nvPr>
        </p:nvSpPr>
        <p:spPr>
          <a:xfrm>
            <a:off x="5056113" y="3025175"/>
            <a:ext cx="2391300" cy="66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03" name="Google Shape;1803;p64"/>
          <p:cNvSpPr txBox="1">
            <a:spLocks noGrp="1"/>
          </p:cNvSpPr>
          <p:nvPr>
            <p:ph type="subTitle" idx="4"/>
          </p:nvPr>
        </p:nvSpPr>
        <p:spPr>
          <a:xfrm>
            <a:off x="721895" y="1655958"/>
            <a:ext cx="7575082" cy="24925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 fontAlgn="base">
              <a:buFont typeface="Wingdings" panose="05000000000000000000" pitchFamily="2" charset="2"/>
              <a:buChar char="§"/>
            </a:pPr>
            <a:r>
              <a:rPr lang="it-IT" u="sng" dirty="0">
                <a:solidFill>
                  <a:srgbClr val="10240A"/>
                </a:solidFill>
              </a:rPr>
              <a:t>https://www.researchgate.net/publication/353757917_Product_Recommendation_System_A_Systematic_Literature_Review</a:t>
            </a:r>
          </a:p>
          <a:p>
            <a:pPr algn="l" fontAlgn="base">
              <a:buFont typeface="Wingdings" panose="05000000000000000000" pitchFamily="2" charset="2"/>
              <a:buChar char="§"/>
            </a:pPr>
            <a:r>
              <a:rPr lang="it-IT" u="sng" dirty="0">
                <a:solidFill>
                  <a:srgbClr val="10240A"/>
                </a:solidFill>
              </a:rPr>
              <a:t>https://en.wikipedia.org/wiki/Recommender_system</a:t>
            </a:r>
          </a:p>
          <a:p>
            <a:pPr algn="l" fontAlgn="base">
              <a:buFont typeface="Wingdings" panose="05000000000000000000" pitchFamily="2" charset="2"/>
              <a:buChar char="§"/>
            </a:pPr>
            <a:r>
              <a:rPr lang="it-IT" u="sng" dirty="0">
                <a:solidFill>
                  <a:srgbClr val="10240A"/>
                </a:solidFill>
              </a:rPr>
              <a:t>https://ieeexplore.ieee.org/document/4061458</a:t>
            </a:r>
          </a:p>
          <a:p>
            <a:pPr algn="l" fontAlgn="base">
              <a:buFont typeface="Wingdings" panose="05000000000000000000" pitchFamily="2" charset="2"/>
              <a:buChar char="§"/>
            </a:pPr>
            <a:r>
              <a:rPr lang="it-IT" u="sng" dirty="0">
                <a:solidFill>
                  <a:srgbClr val="10240A"/>
                </a:solidFill>
              </a:rPr>
              <a:t>https://towardsdatascience.com/exploratory-data-analysis-%20%20%20%20%20%20%208fc1cb20fd15</a:t>
            </a:r>
          </a:p>
          <a:p>
            <a:pPr algn="l" fontAlgn="base">
              <a:buFont typeface="Wingdings" panose="05000000000000000000" pitchFamily="2" charset="2"/>
              <a:buChar char="§"/>
            </a:pPr>
            <a:r>
              <a:rPr lang="it-IT" u="sng" dirty="0">
                <a:solidFill>
                  <a:srgbClr val="10240A"/>
                </a:solidFill>
              </a:rPr>
              <a:t>https://</a:t>
            </a:r>
            <a:r>
              <a:rPr lang="it-IT" u="sng" dirty="0" smtClean="0">
                <a:solidFill>
                  <a:srgbClr val="10240A"/>
                </a:solidFill>
              </a:rPr>
              <a:t>link.springer.com/chapter/10.1007/978-981-15-0790-8_13IEEE </a:t>
            </a:r>
            <a:r>
              <a:rPr lang="it-IT" u="sng" dirty="0">
                <a:solidFill>
                  <a:srgbClr val="10240A"/>
                </a:solidFill>
              </a:rPr>
              <a:t>Computer </a:t>
            </a:r>
            <a:r>
              <a:rPr lang="it-IT" u="sng" dirty="0" smtClean="0">
                <a:solidFill>
                  <a:srgbClr val="10240A"/>
                </a:solidFill>
              </a:rPr>
              <a:t>Society</a:t>
            </a:r>
          </a:p>
          <a:p>
            <a:pPr algn="l" fontAlgn="base">
              <a:buFont typeface="Wingdings" panose="05000000000000000000" pitchFamily="2" charset="2"/>
              <a:buChar char="§"/>
            </a:pPr>
            <a:r>
              <a:rPr lang="it-IT" u="sng" dirty="0" smtClean="0">
                <a:solidFill>
                  <a:srgbClr val="10240A"/>
                </a:solidFill>
              </a:rPr>
              <a:t>https</a:t>
            </a:r>
            <a:r>
              <a:rPr lang="it-IT" u="sng" dirty="0">
                <a:solidFill>
                  <a:srgbClr val="10240A"/>
                </a:solidFill>
              </a:rPr>
              <a:t>://www.cs.umd.edu/~samir/498/AmazonRecommendations.pdf)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it-IT" u="sng" dirty="0">
                <a:solidFill>
                  <a:srgbClr val="10240A"/>
                </a:solidFill>
              </a:rPr>
              <a:t>https://www.ijert.org/research/recommender-systems-types-of-filtering-techniques-IJERTV3IS110197.pdf</a:t>
            </a:r>
            <a:endParaRPr lang="it-IT" dirty="0">
              <a:solidFill>
                <a:srgbClr val="10240A"/>
              </a:solidFill>
            </a:endParaRPr>
          </a:p>
        </p:txBody>
      </p:sp>
      <p:grpSp>
        <p:nvGrpSpPr>
          <p:cNvPr id="1806" name="Google Shape;1806;p64"/>
          <p:cNvGrpSpPr/>
          <p:nvPr/>
        </p:nvGrpSpPr>
        <p:grpSpPr>
          <a:xfrm>
            <a:off x="2631018" y="2108032"/>
            <a:ext cx="522414" cy="465080"/>
            <a:chOff x="5765817" y="3227724"/>
            <a:chExt cx="364865" cy="324822"/>
          </a:xfrm>
        </p:grpSpPr>
        <p:sp>
          <p:nvSpPr>
            <p:cNvPr id="1807" name="Google Shape;1807;p64"/>
            <p:cNvSpPr/>
            <p:nvPr/>
          </p:nvSpPr>
          <p:spPr>
            <a:xfrm>
              <a:off x="5765817" y="3227724"/>
              <a:ext cx="364865" cy="324822"/>
            </a:xfrm>
            <a:custGeom>
              <a:avLst/>
              <a:gdLst/>
              <a:ahLst/>
              <a:cxnLst/>
              <a:rect l="l" t="t" r="r" b="b"/>
              <a:pathLst>
                <a:path w="11490" h="10229" extrusionOk="0">
                  <a:moveTo>
                    <a:pt x="8287" y="370"/>
                  </a:moveTo>
                  <a:cubicBezTo>
                    <a:pt x="9871" y="370"/>
                    <a:pt x="11157" y="1656"/>
                    <a:pt x="11157" y="3251"/>
                  </a:cubicBezTo>
                  <a:cubicBezTo>
                    <a:pt x="11133" y="4037"/>
                    <a:pt x="10847" y="4870"/>
                    <a:pt x="10299" y="5751"/>
                  </a:cubicBezTo>
                  <a:cubicBezTo>
                    <a:pt x="9847" y="6442"/>
                    <a:pt x="9216" y="7156"/>
                    <a:pt x="8418" y="7871"/>
                  </a:cubicBezTo>
                  <a:cubicBezTo>
                    <a:pt x="7263" y="8918"/>
                    <a:pt x="6084" y="9645"/>
                    <a:pt x="5763" y="9835"/>
                  </a:cubicBezTo>
                  <a:cubicBezTo>
                    <a:pt x="5430" y="9645"/>
                    <a:pt x="4251" y="8930"/>
                    <a:pt x="3096" y="7895"/>
                  </a:cubicBezTo>
                  <a:cubicBezTo>
                    <a:pt x="2310" y="7180"/>
                    <a:pt x="1667" y="6466"/>
                    <a:pt x="1215" y="5763"/>
                  </a:cubicBezTo>
                  <a:cubicBezTo>
                    <a:pt x="667" y="4894"/>
                    <a:pt x="381" y="4049"/>
                    <a:pt x="381" y="3251"/>
                  </a:cubicBezTo>
                  <a:cubicBezTo>
                    <a:pt x="381" y="1668"/>
                    <a:pt x="1667" y="370"/>
                    <a:pt x="3263" y="370"/>
                  </a:cubicBezTo>
                  <a:cubicBezTo>
                    <a:pt x="4191" y="370"/>
                    <a:pt x="5084" y="834"/>
                    <a:pt x="5620" y="1608"/>
                  </a:cubicBezTo>
                  <a:cubicBezTo>
                    <a:pt x="5656" y="1656"/>
                    <a:pt x="5715" y="1679"/>
                    <a:pt x="5775" y="1679"/>
                  </a:cubicBezTo>
                  <a:cubicBezTo>
                    <a:pt x="5834" y="1679"/>
                    <a:pt x="5894" y="1656"/>
                    <a:pt x="5918" y="1608"/>
                  </a:cubicBezTo>
                  <a:cubicBezTo>
                    <a:pt x="6454" y="834"/>
                    <a:pt x="7335" y="370"/>
                    <a:pt x="8287" y="370"/>
                  </a:cubicBezTo>
                  <a:close/>
                  <a:moveTo>
                    <a:pt x="3227" y="1"/>
                  </a:moveTo>
                  <a:cubicBezTo>
                    <a:pt x="1441" y="1"/>
                    <a:pt x="0" y="1441"/>
                    <a:pt x="0" y="3227"/>
                  </a:cubicBezTo>
                  <a:cubicBezTo>
                    <a:pt x="0" y="4108"/>
                    <a:pt x="298" y="5013"/>
                    <a:pt x="893" y="5942"/>
                  </a:cubicBezTo>
                  <a:cubicBezTo>
                    <a:pt x="1370" y="6668"/>
                    <a:pt x="2001" y="7418"/>
                    <a:pt x="2822" y="8145"/>
                  </a:cubicBezTo>
                  <a:cubicBezTo>
                    <a:pt x="4203" y="9383"/>
                    <a:pt x="5620" y="10181"/>
                    <a:pt x="5632" y="10192"/>
                  </a:cubicBezTo>
                  <a:cubicBezTo>
                    <a:pt x="5668" y="10216"/>
                    <a:pt x="5692" y="10228"/>
                    <a:pt x="5727" y="10228"/>
                  </a:cubicBezTo>
                  <a:cubicBezTo>
                    <a:pt x="5751" y="10228"/>
                    <a:pt x="5787" y="10216"/>
                    <a:pt x="5811" y="10192"/>
                  </a:cubicBezTo>
                  <a:cubicBezTo>
                    <a:pt x="5834" y="10181"/>
                    <a:pt x="7239" y="9395"/>
                    <a:pt x="8632" y="8145"/>
                  </a:cubicBezTo>
                  <a:cubicBezTo>
                    <a:pt x="9442" y="7418"/>
                    <a:pt x="10097" y="6668"/>
                    <a:pt x="10561" y="5942"/>
                  </a:cubicBezTo>
                  <a:cubicBezTo>
                    <a:pt x="11157" y="5013"/>
                    <a:pt x="11454" y="4108"/>
                    <a:pt x="11454" y="3227"/>
                  </a:cubicBezTo>
                  <a:cubicBezTo>
                    <a:pt x="11490" y="1441"/>
                    <a:pt x="10049" y="1"/>
                    <a:pt x="8263" y="1"/>
                  </a:cubicBezTo>
                  <a:cubicBezTo>
                    <a:pt x="7275" y="1"/>
                    <a:pt x="6358" y="453"/>
                    <a:pt x="5739" y="1203"/>
                  </a:cubicBezTo>
                  <a:cubicBezTo>
                    <a:pt x="5132" y="453"/>
                    <a:pt x="4203" y="1"/>
                    <a:pt x="32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64"/>
            <p:cNvSpPr/>
            <p:nvPr/>
          </p:nvSpPr>
          <p:spPr>
            <a:xfrm>
              <a:off x="6022144" y="3250429"/>
              <a:ext cx="85484" cy="84341"/>
            </a:xfrm>
            <a:custGeom>
              <a:avLst/>
              <a:gdLst/>
              <a:ahLst/>
              <a:cxnLst/>
              <a:rect l="l" t="t" r="r" b="b"/>
              <a:pathLst>
                <a:path w="2692" h="2656" extrusionOk="0">
                  <a:moveTo>
                    <a:pt x="191" y="0"/>
                  </a:moveTo>
                  <a:cubicBezTo>
                    <a:pt x="84" y="0"/>
                    <a:pt x="1" y="72"/>
                    <a:pt x="1" y="179"/>
                  </a:cubicBezTo>
                  <a:cubicBezTo>
                    <a:pt x="1" y="286"/>
                    <a:pt x="84" y="357"/>
                    <a:pt x="191" y="357"/>
                  </a:cubicBezTo>
                  <a:cubicBezTo>
                    <a:pt x="1346" y="357"/>
                    <a:pt x="2311" y="1310"/>
                    <a:pt x="2334" y="2477"/>
                  </a:cubicBezTo>
                  <a:cubicBezTo>
                    <a:pt x="2334" y="2572"/>
                    <a:pt x="2406" y="2655"/>
                    <a:pt x="2513" y="2655"/>
                  </a:cubicBezTo>
                  <a:cubicBezTo>
                    <a:pt x="2608" y="2655"/>
                    <a:pt x="2692" y="2560"/>
                    <a:pt x="2692" y="2477"/>
                  </a:cubicBezTo>
                  <a:cubicBezTo>
                    <a:pt x="2668" y="1107"/>
                    <a:pt x="1561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64"/>
            <p:cNvSpPr/>
            <p:nvPr/>
          </p:nvSpPr>
          <p:spPr>
            <a:xfrm>
              <a:off x="5862987" y="3250429"/>
              <a:ext cx="73386" cy="43504"/>
            </a:xfrm>
            <a:custGeom>
              <a:avLst/>
              <a:gdLst/>
              <a:ahLst/>
              <a:cxnLst/>
              <a:rect l="l" t="t" r="r" b="b"/>
              <a:pathLst>
                <a:path w="2311" h="1370" extrusionOk="0">
                  <a:moveTo>
                    <a:pt x="179" y="0"/>
                  </a:moveTo>
                  <a:cubicBezTo>
                    <a:pt x="72" y="0"/>
                    <a:pt x="0" y="72"/>
                    <a:pt x="0" y="179"/>
                  </a:cubicBezTo>
                  <a:cubicBezTo>
                    <a:pt x="0" y="286"/>
                    <a:pt x="72" y="357"/>
                    <a:pt x="179" y="357"/>
                  </a:cubicBezTo>
                  <a:cubicBezTo>
                    <a:pt x="881" y="357"/>
                    <a:pt x="1548" y="703"/>
                    <a:pt x="1953" y="1298"/>
                  </a:cubicBezTo>
                  <a:cubicBezTo>
                    <a:pt x="1989" y="1334"/>
                    <a:pt x="2036" y="1369"/>
                    <a:pt x="2108" y="1369"/>
                  </a:cubicBezTo>
                  <a:cubicBezTo>
                    <a:pt x="2131" y="1369"/>
                    <a:pt x="2179" y="1357"/>
                    <a:pt x="2203" y="1334"/>
                  </a:cubicBezTo>
                  <a:cubicBezTo>
                    <a:pt x="2286" y="1286"/>
                    <a:pt x="2310" y="1179"/>
                    <a:pt x="2251" y="1084"/>
                  </a:cubicBezTo>
                  <a:cubicBezTo>
                    <a:pt x="1786" y="405"/>
                    <a:pt x="1012" y="0"/>
                    <a:pt x="17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10" name="Google Shape;1810;p64"/>
          <p:cNvGrpSpPr/>
          <p:nvPr/>
        </p:nvGrpSpPr>
        <p:grpSpPr>
          <a:xfrm>
            <a:off x="5995683" y="2086317"/>
            <a:ext cx="512184" cy="508501"/>
            <a:chOff x="1408777" y="3680964"/>
            <a:chExt cx="357720" cy="355148"/>
          </a:xfrm>
        </p:grpSpPr>
        <p:sp>
          <p:nvSpPr>
            <p:cNvPr id="1811" name="Google Shape;1811;p64"/>
            <p:cNvSpPr/>
            <p:nvPr/>
          </p:nvSpPr>
          <p:spPr>
            <a:xfrm>
              <a:off x="1510488" y="3814144"/>
              <a:ext cx="37852" cy="49188"/>
            </a:xfrm>
            <a:custGeom>
              <a:avLst/>
              <a:gdLst/>
              <a:ahLst/>
              <a:cxnLst/>
              <a:rect l="l" t="t" r="r" b="b"/>
              <a:pathLst>
                <a:path w="1192" h="1549" extrusionOk="0">
                  <a:moveTo>
                    <a:pt x="596" y="0"/>
                  </a:moveTo>
                  <a:cubicBezTo>
                    <a:pt x="262" y="0"/>
                    <a:pt x="1" y="274"/>
                    <a:pt x="1" y="596"/>
                  </a:cubicBezTo>
                  <a:lnTo>
                    <a:pt x="1" y="953"/>
                  </a:lnTo>
                  <a:cubicBezTo>
                    <a:pt x="1" y="1286"/>
                    <a:pt x="262" y="1548"/>
                    <a:pt x="596" y="1548"/>
                  </a:cubicBezTo>
                  <a:cubicBezTo>
                    <a:pt x="917" y="1548"/>
                    <a:pt x="1191" y="1286"/>
                    <a:pt x="1191" y="953"/>
                  </a:cubicBezTo>
                  <a:lnTo>
                    <a:pt x="1191" y="691"/>
                  </a:lnTo>
                  <a:cubicBezTo>
                    <a:pt x="1191" y="596"/>
                    <a:pt x="1108" y="524"/>
                    <a:pt x="1024" y="524"/>
                  </a:cubicBezTo>
                  <a:cubicBezTo>
                    <a:pt x="941" y="524"/>
                    <a:pt x="858" y="596"/>
                    <a:pt x="858" y="691"/>
                  </a:cubicBezTo>
                  <a:lnTo>
                    <a:pt x="858" y="953"/>
                  </a:lnTo>
                  <a:cubicBezTo>
                    <a:pt x="858" y="1108"/>
                    <a:pt x="739" y="1227"/>
                    <a:pt x="596" y="1227"/>
                  </a:cubicBezTo>
                  <a:cubicBezTo>
                    <a:pt x="441" y="1227"/>
                    <a:pt x="322" y="1108"/>
                    <a:pt x="322" y="953"/>
                  </a:cubicBezTo>
                  <a:lnTo>
                    <a:pt x="322" y="596"/>
                  </a:lnTo>
                  <a:cubicBezTo>
                    <a:pt x="322" y="453"/>
                    <a:pt x="441" y="334"/>
                    <a:pt x="596" y="334"/>
                  </a:cubicBezTo>
                  <a:cubicBezTo>
                    <a:pt x="679" y="334"/>
                    <a:pt x="763" y="262"/>
                    <a:pt x="763" y="167"/>
                  </a:cubicBezTo>
                  <a:cubicBezTo>
                    <a:pt x="763" y="84"/>
                    <a:pt x="679" y="0"/>
                    <a:pt x="59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64"/>
            <p:cNvSpPr/>
            <p:nvPr/>
          </p:nvSpPr>
          <p:spPr>
            <a:xfrm>
              <a:off x="1627315" y="3814144"/>
              <a:ext cx="37852" cy="49188"/>
            </a:xfrm>
            <a:custGeom>
              <a:avLst/>
              <a:gdLst/>
              <a:ahLst/>
              <a:cxnLst/>
              <a:rect l="l" t="t" r="r" b="b"/>
              <a:pathLst>
                <a:path w="1192" h="1549" extrusionOk="0">
                  <a:moveTo>
                    <a:pt x="596" y="0"/>
                  </a:moveTo>
                  <a:cubicBezTo>
                    <a:pt x="262" y="0"/>
                    <a:pt x="1" y="274"/>
                    <a:pt x="1" y="596"/>
                  </a:cubicBezTo>
                  <a:lnTo>
                    <a:pt x="1" y="953"/>
                  </a:lnTo>
                  <a:cubicBezTo>
                    <a:pt x="1" y="1286"/>
                    <a:pt x="262" y="1548"/>
                    <a:pt x="596" y="1548"/>
                  </a:cubicBezTo>
                  <a:cubicBezTo>
                    <a:pt x="917" y="1548"/>
                    <a:pt x="1191" y="1286"/>
                    <a:pt x="1191" y="953"/>
                  </a:cubicBezTo>
                  <a:lnTo>
                    <a:pt x="1191" y="691"/>
                  </a:lnTo>
                  <a:cubicBezTo>
                    <a:pt x="1191" y="596"/>
                    <a:pt x="1108" y="524"/>
                    <a:pt x="1024" y="524"/>
                  </a:cubicBezTo>
                  <a:cubicBezTo>
                    <a:pt x="929" y="524"/>
                    <a:pt x="858" y="596"/>
                    <a:pt x="858" y="691"/>
                  </a:cubicBezTo>
                  <a:lnTo>
                    <a:pt x="858" y="953"/>
                  </a:lnTo>
                  <a:cubicBezTo>
                    <a:pt x="858" y="1108"/>
                    <a:pt x="739" y="1227"/>
                    <a:pt x="596" y="1227"/>
                  </a:cubicBezTo>
                  <a:cubicBezTo>
                    <a:pt x="441" y="1227"/>
                    <a:pt x="322" y="1108"/>
                    <a:pt x="322" y="953"/>
                  </a:cubicBezTo>
                  <a:lnTo>
                    <a:pt x="322" y="596"/>
                  </a:lnTo>
                  <a:cubicBezTo>
                    <a:pt x="322" y="453"/>
                    <a:pt x="441" y="334"/>
                    <a:pt x="596" y="334"/>
                  </a:cubicBezTo>
                  <a:cubicBezTo>
                    <a:pt x="679" y="334"/>
                    <a:pt x="751" y="262"/>
                    <a:pt x="751" y="167"/>
                  </a:cubicBezTo>
                  <a:cubicBezTo>
                    <a:pt x="751" y="84"/>
                    <a:pt x="679" y="0"/>
                    <a:pt x="59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64"/>
            <p:cNvSpPr/>
            <p:nvPr/>
          </p:nvSpPr>
          <p:spPr>
            <a:xfrm>
              <a:off x="1525604" y="3908806"/>
              <a:ext cx="123305" cy="33152"/>
            </a:xfrm>
            <a:custGeom>
              <a:avLst/>
              <a:gdLst/>
              <a:ahLst/>
              <a:cxnLst/>
              <a:rect l="l" t="t" r="r" b="b"/>
              <a:pathLst>
                <a:path w="3883" h="1044" extrusionOk="0">
                  <a:moveTo>
                    <a:pt x="3714" y="0"/>
                  </a:moveTo>
                  <a:cubicBezTo>
                    <a:pt x="3669" y="0"/>
                    <a:pt x="3622" y="18"/>
                    <a:pt x="3585" y="55"/>
                  </a:cubicBezTo>
                  <a:cubicBezTo>
                    <a:pt x="3215" y="460"/>
                    <a:pt x="2596" y="710"/>
                    <a:pt x="1953" y="710"/>
                  </a:cubicBezTo>
                  <a:cubicBezTo>
                    <a:pt x="1299" y="710"/>
                    <a:pt x="679" y="472"/>
                    <a:pt x="310" y="55"/>
                  </a:cubicBezTo>
                  <a:cubicBezTo>
                    <a:pt x="278" y="23"/>
                    <a:pt x="231" y="4"/>
                    <a:pt x="183" y="4"/>
                  </a:cubicBezTo>
                  <a:cubicBezTo>
                    <a:pt x="144" y="4"/>
                    <a:pt x="104" y="17"/>
                    <a:pt x="72" y="43"/>
                  </a:cubicBezTo>
                  <a:cubicBezTo>
                    <a:pt x="13" y="103"/>
                    <a:pt x="1" y="210"/>
                    <a:pt x="60" y="282"/>
                  </a:cubicBezTo>
                  <a:cubicBezTo>
                    <a:pt x="489" y="758"/>
                    <a:pt x="1191" y="1044"/>
                    <a:pt x="1930" y="1044"/>
                  </a:cubicBezTo>
                  <a:cubicBezTo>
                    <a:pt x="2680" y="1044"/>
                    <a:pt x="3370" y="758"/>
                    <a:pt x="3811" y="282"/>
                  </a:cubicBezTo>
                  <a:cubicBezTo>
                    <a:pt x="3882" y="210"/>
                    <a:pt x="3882" y="103"/>
                    <a:pt x="3823" y="43"/>
                  </a:cubicBezTo>
                  <a:cubicBezTo>
                    <a:pt x="3794" y="15"/>
                    <a:pt x="3755" y="0"/>
                    <a:pt x="37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64"/>
            <p:cNvSpPr/>
            <p:nvPr/>
          </p:nvSpPr>
          <p:spPr>
            <a:xfrm>
              <a:off x="1408777" y="3680964"/>
              <a:ext cx="298338" cy="296528"/>
            </a:xfrm>
            <a:custGeom>
              <a:avLst/>
              <a:gdLst/>
              <a:ahLst/>
              <a:cxnLst/>
              <a:rect l="l" t="t" r="r" b="b"/>
              <a:pathLst>
                <a:path w="9395" h="9338" extrusionOk="0">
                  <a:moveTo>
                    <a:pt x="5655" y="0"/>
                  </a:moveTo>
                  <a:cubicBezTo>
                    <a:pt x="5592" y="0"/>
                    <a:pt x="5529" y="1"/>
                    <a:pt x="5466" y="3"/>
                  </a:cubicBezTo>
                  <a:cubicBezTo>
                    <a:pt x="4037" y="51"/>
                    <a:pt x="2692" y="622"/>
                    <a:pt x="1680" y="1634"/>
                  </a:cubicBezTo>
                  <a:cubicBezTo>
                    <a:pt x="667" y="2646"/>
                    <a:pt x="96" y="3992"/>
                    <a:pt x="48" y="5421"/>
                  </a:cubicBezTo>
                  <a:cubicBezTo>
                    <a:pt x="1" y="6849"/>
                    <a:pt x="489" y="8219"/>
                    <a:pt x="1429" y="9278"/>
                  </a:cubicBezTo>
                  <a:cubicBezTo>
                    <a:pt x="1465" y="9302"/>
                    <a:pt x="1501" y="9338"/>
                    <a:pt x="1549" y="9338"/>
                  </a:cubicBezTo>
                  <a:cubicBezTo>
                    <a:pt x="1596" y="9338"/>
                    <a:pt x="1620" y="9314"/>
                    <a:pt x="1656" y="9290"/>
                  </a:cubicBezTo>
                  <a:cubicBezTo>
                    <a:pt x="1727" y="9231"/>
                    <a:pt x="1727" y="9123"/>
                    <a:pt x="1668" y="9052"/>
                  </a:cubicBezTo>
                  <a:cubicBezTo>
                    <a:pt x="787" y="8052"/>
                    <a:pt x="310" y="6754"/>
                    <a:pt x="358" y="5421"/>
                  </a:cubicBezTo>
                  <a:cubicBezTo>
                    <a:pt x="406" y="4075"/>
                    <a:pt x="941" y="2813"/>
                    <a:pt x="1894" y="1861"/>
                  </a:cubicBezTo>
                  <a:cubicBezTo>
                    <a:pt x="2846" y="908"/>
                    <a:pt x="4108" y="360"/>
                    <a:pt x="5454" y="325"/>
                  </a:cubicBezTo>
                  <a:cubicBezTo>
                    <a:pt x="5500" y="323"/>
                    <a:pt x="5547" y="323"/>
                    <a:pt x="5594" y="323"/>
                  </a:cubicBezTo>
                  <a:cubicBezTo>
                    <a:pt x="6878" y="323"/>
                    <a:pt x="8120" y="796"/>
                    <a:pt x="9085" y="1634"/>
                  </a:cubicBezTo>
                  <a:cubicBezTo>
                    <a:pt x="9119" y="1663"/>
                    <a:pt x="9162" y="1678"/>
                    <a:pt x="9203" y="1678"/>
                  </a:cubicBezTo>
                  <a:cubicBezTo>
                    <a:pt x="9248" y="1678"/>
                    <a:pt x="9292" y="1660"/>
                    <a:pt x="9323" y="1623"/>
                  </a:cubicBezTo>
                  <a:cubicBezTo>
                    <a:pt x="9395" y="1551"/>
                    <a:pt x="9395" y="1444"/>
                    <a:pt x="9323" y="1384"/>
                  </a:cubicBezTo>
                  <a:cubicBezTo>
                    <a:pt x="8300" y="486"/>
                    <a:pt x="7004" y="0"/>
                    <a:pt x="56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64"/>
            <p:cNvSpPr/>
            <p:nvPr/>
          </p:nvSpPr>
          <p:spPr>
            <a:xfrm>
              <a:off x="1468508" y="3739075"/>
              <a:ext cx="297989" cy="297036"/>
            </a:xfrm>
            <a:custGeom>
              <a:avLst/>
              <a:gdLst/>
              <a:ahLst/>
              <a:cxnLst/>
              <a:rect l="l" t="t" r="r" b="b"/>
              <a:pathLst>
                <a:path w="9384" h="9354" extrusionOk="0">
                  <a:moveTo>
                    <a:pt x="7834" y="1"/>
                  </a:moveTo>
                  <a:cubicBezTo>
                    <a:pt x="7795" y="1"/>
                    <a:pt x="7754" y="15"/>
                    <a:pt x="7716" y="43"/>
                  </a:cubicBezTo>
                  <a:cubicBezTo>
                    <a:pt x="7645" y="102"/>
                    <a:pt x="7645" y="209"/>
                    <a:pt x="7704" y="281"/>
                  </a:cubicBezTo>
                  <a:cubicBezTo>
                    <a:pt x="8585" y="1281"/>
                    <a:pt x="9062" y="2579"/>
                    <a:pt x="9014" y="3912"/>
                  </a:cubicBezTo>
                  <a:cubicBezTo>
                    <a:pt x="8966" y="5257"/>
                    <a:pt x="8431" y="6520"/>
                    <a:pt x="7478" y="7472"/>
                  </a:cubicBezTo>
                  <a:cubicBezTo>
                    <a:pt x="6526" y="8425"/>
                    <a:pt x="5263" y="8972"/>
                    <a:pt x="3918" y="9008"/>
                  </a:cubicBezTo>
                  <a:cubicBezTo>
                    <a:pt x="3870" y="9009"/>
                    <a:pt x="3823" y="9010"/>
                    <a:pt x="3775" y="9010"/>
                  </a:cubicBezTo>
                  <a:cubicBezTo>
                    <a:pt x="2492" y="9010"/>
                    <a:pt x="1251" y="8548"/>
                    <a:pt x="299" y="7698"/>
                  </a:cubicBezTo>
                  <a:cubicBezTo>
                    <a:pt x="259" y="7670"/>
                    <a:pt x="216" y="7655"/>
                    <a:pt x="175" y="7655"/>
                  </a:cubicBezTo>
                  <a:cubicBezTo>
                    <a:pt x="130" y="7655"/>
                    <a:pt x="86" y="7673"/>
                    <a:pt x="49" y="7710"/>
                  </a:cubicBezTo>
                  <a:cubicBezTo>
                    <a:pt x="1" y="7782"/>
                    <a:pt x="1" y="7889"/>
                    <a:pt x="72" y="7948"/>
                  </a:cubicBezTo>
                  <a:cubicBezTo>
                    <a:pt x="1096" y="8853"/>
                    <a:pt x="2394" y="9353"/>
                    <a:pt x="3763" y="9353"/>
                  </a:cubicBezTo>
                  <a:lnTo>
                    <a:pt x="3930" y="9353"/>
                  </a:lnTo>
                  <a:cubicBezTo>
                    <a:pt x="5359" y="9306"/>
                    <a:pt x="6692" y="8722"/>
                    <a:pt x="7704" y="7710"/>
                  </a:cubicBezTo>
                  <a:cubicBezTo>
                    <a:pt x="8716" y="6698"/>
                    <a:pt x="9300" y="5365"/>
                    <a:pt x="9347" y="3936"/>
                  </a:cubicBezTo>
                  <a:cubicBezTo>
                    <a:pt x="9383" y="2507"/>
                    <a:pt x="8895" y="1126"/>
                    <a:pt x="7954" y="66"/>
                  </a:cubicBezTo>
                  <a:cubicBezTo>
                    <a:pt x="7922" y="21"/>
                    <a:pt x="7879" y="1"/>
                    <a:pt x="78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097810" y="2263856"/>
            <a:ext cx="502488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IN" sz="3200" dirty="0" smtClean="0"/>
              <a:t>THANK YOU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617341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nline Retail Branding Guidelines by Slidesgo">
  <a:themeElements>
    <a:clrScheme name="Simple Light">
      <a:dk1>
        <a:srgbClr val="79C8BB"/>
      </a:dk1>
      <a:lt1>
        <a:srgbClr val="FBEFD7"/>
      </a:lt1>
      <a:dk2>
        <a:srgbClr val="447B72"/>
      </a:dk2>
      <a:lt2>
        <a:srgbClr val="FA8E61"/>
      </a:lt2>
      <a:accent1>
        <a:srgbClr val="447B72"/>
      </a:accent1>
      <a:accent2>
        <a:srgbClr val="FA8E61"/>
      </a:accent2>
      <a:accent3>
        <a:srgbClr val="F2CA4F"/>
      </a:accent3>
      <a:accent4>
        <a:srgbClr val="FBEFD7"/>
      </a:accent4>
      <a:accent5>
        <a:srgbClr val="234943"/>
      </a:accent5>
      <a:accent6>
        <a:srgbClr val="F6DB85"/>
      </a:accent6>
      <a:hlink>
        <a:srgbClr val="447B7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444</TotalTime>
  <Words>549</Words>
  <Application>Microsoft Office PowerPoint</Application>
  <PresentationFormat>On-screen Show (16:9)</PresentationFormat>
  <Paragraphs>147</Paragraphs>
  <Slides>19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Wingdings</vt:lpstr>
      <vt:lpstr>Josefin Sans</vt:lpstr>
      <vt:lpstr>Online Retail Branding Guidelines by Slidesgo</vt:lpstr>
      <vt:lpstr>PRODUCT RECOMMENDATION SYSTEM  USING CUSTOMER HISTORY  BY MACHINE LEARNING Team-47  </vt:lpstr>
      <vt:lpstr>TABLE OF CONTENT</vt:lpstr>
      <vt:lpstr>ABSTRACT</vt:lpstr>
      <vt:lpstr>PROBLEM STATEMENT</vt:lpstr>
      <vt:lpstr>PROPOSED SOLUTION</vt:lpstr>
      <vt:lpstr>LITERATURE SURVEY</vt:lpstr>
      <vt:lpstr>LITERATURE SURVEY</vt:lpstr>
      <vt:lpstr>PowerPoint Presentation</vt:lpstr>
      <vt:lpstr>Popularity based Approach</vt:lpstr>
      <vt:lpstr>CUSTOMER BASED</vt:lpstr>
      <vt:lpstr>Customer frequently purchased:</vt:lpstr>
      <vt:lpstr>ITEM BASED</vt:lpstr>
      <vt:lpstr>SOFTWARE HARDWARE REQUIREMENTS</vt:lpstr>
      <vt:lpstr>PROPOSED METHODOLOGY</vt:lpstr>
      <vt:lpstr>OUTPUTS:    Login page for entering customer name and product name</vt:lpstr>
      <vt:lpstr>Home page for customer</vt:lpstr>
      <vt:lpstr>Page displayed after entering Product name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 RECOMMENDATION SYSTEM  USING CUSTOMER HISTORY  BY MACHINE LEARNING</dc:title>
  <dc:creator>HP</dc:creator>
  <cp:lastModifiedBy>HP</cp:lastModifiedBy>
  <cp:revision>36</cp:revision>
  <dcterms:modified xsi:type="dcterms:W3CDTF">2022-11-21T16:55:12Z</dcterms:modified>
</cp:coreProperties>
</file>